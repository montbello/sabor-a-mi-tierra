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Lst>
  <p:sldSz cx="12192000" cy="6858000"/>
  <p:notesSz cx="6888163" cy="10017125"/>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06" autoAdjust="0"/>
    <p:restoredTop sz="94660"/>
  </p:normalViewPr>
  <p:slideViewPr>
    <p:cSldViewPr snapToGrid="0">
      <p:cViewPr varScale="1">
        <p:scale>
          <a:sx n="100" d="100"/>
          <a:sy n="100" d="100"/>
        </p:scale>
        <p:origin x="72" y="9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B3D9FE-2D2D-8DF8-A578-F60CFF2DECC2}"/>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F28DA790-6728-6CC5-07E1-2B8310423B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D322F0E5-604D-6977-F8C4-CBD669EE7A13}"/>
              </a:ext>
            </a:extLst>
          </p:cNvPr>
          <p:cNvSpPr>
            <a:spLocks noGrp="1"/>
          </p:cNvSpPr>
          <p:nvPr>
            <p:ph type="dt" sz="half" idx="10"/>
          </p:nvPr>
        </p:nvSpPr>
        <p:spPr/>
        <p:txBody>
          <a:bodyPr/>
          <a:lstStyle/>
          <a:p>
            <a:fld id="{237D5B0A-BC67-4F0E-B174-8BDE445F39E8}" type="datetimeFigureOut">
              <a:rPr lang="de-DE" smtClean="0"/>
              <a:t>13.07.2022</a:t>
            </a:fld>
            <a:endParaRPr lang="de-DE"/>
          </a:p>
        </p:txBody>
      </p:sp>
      <p:sp>
        <p:nvSpPr>
          <p:cNvPr id="5" name="Fußzeilenplatzhalter 4">
            <a:extLst>
              <a:ext uri="{FF2B5EF4-FFF2-40B4-BE49-F238E27FC236}">
                <a16:creationId xmlns:a16="http://schemas.microsoft.com/office/drawing/2014/main" id="{0D9271A1-A89C-B765-40C5-88B8E115709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6ABCB80-45F7-1B33-EF06-5CCDF8C18F87}"/>
              </a:ext>
            </a:extLst>
          </p:cNvPr>
          <p:cNvSpPr>
            <a:spLocks noGrp="1"/>
          </p:cNvSpPr>
          <p:nvPr>
            <p:ph type="sldNum" sz="quarter" idx="12"/>
          </p:nvPr>
        </p:nvSpPr>
        <p:spPr/>
        <p:txBody>
          <a:bodyPr/>
          <a:lstStyle/>
          <a:p>
            <a:fld id="{7783DC04-CF5A-43A2-96E9-F085D9A78F37}" type="slidenum">
              <a:rPr lang="de-DE" smtClean="0"/>
              <a:t>‹Nr.›</a:t>
            </a:fld>
            <a:endParaRPr lang="de-DE"/>
          </a:p>
        </p:txBody>
      </p:sp>
    </p:spTree>
    <p:extLst>
      <p:ext uri="{BB962C8B-B14F-4D97-AF65-F5344CB8AC3E}">
        <p14:creationId xmlns:p14="http://schemas.microsoft.com/office/powerpoint/2010/main" val="1828063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190EB1-4422-EC1E-F86A-0AE7E8C59A2D}"/>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D2C33D47-B648-34B2-33D0-997F6E7A7ED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12CBD24-9A8A-125D-638E-F592C19999F0}"/>
              </a:ext>
            </a:extLst>
          </p:cNvPr>
          <p:cNvSpPr>
            <a:spLocks noGrp="1"/>
          </p:cNvSpPr>
          <p:nvPr>
            <p:ph type="dt" sz="half" idx="10"/>
          </p:nvPr>
        </p:nvSpPr>
        <p:spPr/>
        <p:txBody>
          <a:bodyPr/>
          <a:lstStyle/>
          <a:p>
            <a:fld id="{237D5B0A-BC67-4F0E-B174-8BDE445F39E8}" type="datetimeFigureOut">
              <a:rPr lang="de-DE" smtClean="0"/>
              <a:t>13.07.2022</a:t>
            </a:fld>
            <a:endParaRPr lang="de-DE"/>
          </a:p>
        </p:txBody>
      </p:sp>
      <p:sp>
        <p:nvSpPr>
          <p:cNvPr id="5" name="Fußzeilenplatzhalter 4">
            <a:extLst>
              <a:ext uri="{FF2B5EF4-FFF2-40B4-BE49-F238E27FC236}">
                <a16:creationId xmlns:a16="http://schemas.microsoft.com/office/drawing/2014/main" id="{EDB95EE9-00C6-E575-29B3-A5D812EE61E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4CBEC24-30EA-BF79-BF75-70A36F907F20}"/>
              </a:ext>
            </a:extLst>
          </p:cNvPr>
          <p:cNvSpPr>
            <a:spLocks noGrp="1"/>
          </p:cNvSpPr>
          <p:nvPr>
            <p:ph type="sldNum" sz="quarter" idx="12"/>
          </p:nvPr>
        </p:nvSpPr>
        <p:spPr/>
        <p:txBody>
          <a:bodyPr/>
          <a:lstStyle/>
          <a:p>
            <a:fld id="{7783DC04-CF5A-43A2-96E9-F085D9A78F37}" type="slidenum">
              <a:rPr lang="de-DE" smtClean="0"/>
              <a:t>‹Nr.›</a:t>
            </a:fld>
            <a:endParaRPr lang="de-DE"/>
          </a:p>
        </p:txBody>
      </p:sp>
    </p:spTree>
    <p:extLst>
      <p:ext uri="{BB962C8B-B14F-4D97-AF65-F5344CB8AC3E}">
        <p14:creationId xmlns:p14="http://schemas.microsoft.com/office/powerpoint/2010/main" val="1184030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FDF3FD-9396-D4F5-799B-ECA7913F6042}"/>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ACAEFE1D-7D5D-F26D-F33E-B01BF8DC2C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0774CC5A-2FCC-BC94-F3A3-3F3C3AE5818D}"/>
              </a:ext>
            </a:extLst>
          </p:cNvPr>
          <p:cNvSpPr>
            <a:spLocks noGrp="1"/>
          </p:cNvSpPr>
          <p:nvPr>
            <p:ph type="dt" sz="half" idx="10"/>
          </p:nvPr>
        </p:nvSpPr>
        <p:spPr/>
        <p:txBody>
          <a:bodyPr/>
          <a:lstStyle/>
          <a:p>
            <a:fld id="{237D5B0A-BC67-4F0E-B174-8BDE445F39E8}" type="datetimeFigureOut">
              <a:rPr lang="de-DE" smtClean="0"/>
              <a:t>13.07.2022</a:t>
            </a:fld>
            <a:endParaRPr lang="de-DE"/>
          </a:p>
        </p:txBody>
      </p:sp>
      <p:sp>
        <p:nvSpPr>
          <p:cNvPr id="5" name="Fußzeilenplatzhalter 4">
            <a:extLst>
              <a:ext uri="{FF2B5EF4-FFF2-40B4-BE49-F238E27FC236}">
                <a16:creationId xmlns:a16="http://schemas.microsoft.com/office/drawing/2014/main" id="{E0ECD066-3C8A-B06E-3A6D-6D8419825D6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3C8CF5D-B787-8818-CC46-AE8D0BB3E0F7}"/>
              </a:ext>
            </a:extLst>
          </p:cNvPr>
          <p:cNvSpPr>
            <a:spLocks noGrp="1"/>
          </p:cNvSpPr>
          <p:nvPr>
            <p:ph type="sldNum" sz="quarter" idx="12"/>
          </p:nvPr>
        </p:nvSpPr>
        <p:spPr/>
        <p:txBody>
          <a:bodyPr/>
          <a:lstStyle/>
          <a:p>
            <a:fld id="{7783DC04-CF5A-43A2-96E9-F085D9A78F37}" type="slidenum">
              <a:rPr lang="de-DE" smtClean="0"/>
              <a:t>‹Nr.›</a:t>
            </a:fld>
            <a:endParaRPr lang="de-DE"/>
          </a:p>
        </p:txBody>
      </p:sp>
    </p:spTree>
    <p:extLst>
      <p:ext uri="{BB962C8B-B14F-4D97-AF65-F5344CB8AC3E}">
        <p14:creationId xmlns:p14="http://schemas.microsoft.com/office/powerpoint/2010/main" val="850945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330F3C-10E0-1EC6-5937-A2D757EB4F13}"/>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272EDCD6-0FAA-F91D-822B-C52338A46732}"/>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461B7B72-E0F0-2CD0-2BB0-1159495D28D5}"/>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CFD8D1A4-EFFF-6805-D1A9-35ADCC866FD0}"/>
              </a:ext>
            </a:extLst>
          </p:cNvPr>
          <p:cNvSpPr>
            <a:spLocks noGrp="1"/>
          </p:cNvSpPr>
          <p:nvPr>
            <p:ph type="dt" sz="half" idx="10"/>
          </p:nvPr>
        </p:nvSpPr>
        <p:spPr/>
        <p:txBody>
          <a:bodyPr/>
          <a:lstStyle/>
          <a:p>
            <a:fld id="{237D5B0A-BC67-4F0E-B174-8BDE445F39E8}" type="datetimeFigureOut">
              <a:rPr lang="de-DE" smtClean="0"/>
              <a:t>13.07.2022</a:t>
            </a:fld>
            <a:endParaRPr lang="de-DE"/>
          </a:p>
        </p:txBody>
      </p:sp>
      <p:sp>
        <p:nvSpPr>
          <p:cNvPr id="6" name="Fußzeilenplatzhalter 5">
            <a:extLst>
              <a:ext uri="{FF2B5EF4-FFF2-40B4-BE49-F238E27FC236}">
                <a16:creationId xmlns:a16="http://schemas.microsoft.com/office/drawing/2014/main" id="{BA74DF94-993E-4698-0E19-6550A9416C3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E2EFB441-3554-7F34-F272-BF7948B74BC0}"/>
              </a:ext>
            </a:extLst>
          </p:cNvPr>
          <p:cNvSpPr>
            <a:spLocks noGrp="1"/>
          </p:cNvSpPr>
          <p:nvPr>
            <p:ph type="sldNum" sz="quarter" idx="12"/>
          </p:nvPr>
        </p:nvSpPr>
        <p:spPr/>
        <p:txBody>
          <a:bodyPr/>
          <a:lstStyle/>
          <a:p>
            <a:fld id="{7783DC04-CF5A-43A2-96E9-F085D9A78F37}" type="slidenum">
              <a:rPr lang="de-DE" smtClean="0"/>
              <a:t>‹Nr.›</a:t>
            </a:fld>
            <a:endParaRPr lang="de-DE"/>
          </a:p>
        </p:txBody>
      </p:sp>
    </p:spTree>
    <p:extLst>
      <p:ext uri="{BB962C8B-B14F-4D97-AF65-F5344CB8AC3E}">
        <p14:creationId xmlns:p14="http://schemas.microsoft.com/office/powerpoint/2010/main" val="2973689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0B9208-AC51-FBB1-35E3-656323F1B6A1}"/>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7C6AC975-F76E-2A11-5F54-3FB93EAA0E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AF4AD533-5B5F-706C-785E-2FFDB9309106}"/>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9E91CA5A-D860-F6E4-22F7-505425AE69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9E76CBB-B556-A798-884A-814930BFFC42}"/>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35C0CB39-AF38-6530-36C9-1A596F922373}"/>
              </a:ext>
            </a:extLst>
          </p:cNvPr>
          <p:cNvSpPr>
            <a:spLocks noGrp="1"/>
          </p:cNvSpPr>
          <p:nvPr>
            <p:ph type="dt" sz="half" idx="10"/>
          </p:nvPr>
        </p:nvSpPr>
        <p:spPr/>
        <p:txBody>
          <a:bodyPr/>
          <a:lstStyle/>
          <a:p>
            <a:fld id="{237D5B0A-BC67-4F0E-B174-8BDE445F39E8}" type="datetimeFigureOut">
              <a:rPr lang="de-DE" smtClean="0"/>
              <a:t>13.07.2022</a:t>
            </a:fld>
            <a:endParaRPr lang="de-DE"/>
          </a:p>
        </p:txBody>
      </p:sp>
      <p:sp>
        <p:nvSpPr>
          <p:cNvPr id="8" name="Fußzeilenplatzhalter 7">
            <a:extLst>
              <a:ext uri="{FF2B5EF4-FFF2-40B4-BE49-F238E27FC236}">
                <a16:creationId xmlns:a16="http://schemas.microsoft.com/office/drawing/2014/main" id="{24037F61-086D-5B87-F0BE-DBC958892B80}"/>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2761F258-899B-7DFF-8DED-42748C8D6BCE}"/>
              </a:ext>
            </a:extLst>
          </p:cNvPr>
          <p:cNvSpPr>
            <a:spLocks noGrp="1"/>
          </p:cNvSpPr>
          <p:nvPr>
            <p:ph type="sldNum" sz="quarter" idx="12"/>
          </p:nvPr>
        </p:nvSpPr>
        <p:spPr/>
        <p:txBody>
          <a:bodyPr/>
          <a:lstStyle/>
          <a:p>
            <a:fld id="{7783DC04-CF5A-43A2-96E9-F085D9A78F37}" type="slidenum">
              <a:rPr lang="de-DE" smtClean="0"/>
              <a:t>‹Nr.›</a:t>
            </a:fld>
            <a:endParaRPr lang="de-DE"/>
          </a:p>
        </p:txBody>
      </p:sp>
    </p:spTree>
    <p:extLst>
      <p:ext uri="{BB962C8B-B14F-4D97-AF65-F5344CB8AC3E}">
        <p14:creationId xmlns:p14="http://schemas.microsoft.com/office/powerpoint/2010/main" val="3004757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8B655D-5022-1A09-2F98-327F3CF550A6}"/>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30B27725-42DB-310D-BD84-D6A3B5A6F6E4}"/>
              </a:ext>
            </a:extLst>
          </p:cNvPr>
          <p:cNvSpPr>
            <a:spLocks noGrp="1"/>
          </p:cNvSpPr>
          <p:nvPr>
            <p:ph type="dt" sz="half" idx="10"/>
          </p:nvPr>
        </p:nvSpPr>
        <p:spPr/>
        <p:txBody>
          <a:bodyPr/>
          <a:lstStyle/>
          <a:p>
            <a:fld id="{237D5B0A-BC67-4F0E-B174-8BDE445F39E8}" type="datetimeFigureOut">
              <a:rPr lang="de-DE" smtClean="0"/>
              <a:t>13.07.2022</a:t>
            </a:fld>
            <a:endParaRPr lang="de-DE"/>
          </a:p>
        </p:txBody>
      </p:sp>
      <p:sp>
        <p:nvSpPr>
          <p:cNvPr id="4" name="Fußzeilenplatzhalter 3">
            <a:extLst>
              <a:ext uri="{FF2B5EF4-FFF2-40B4-BE49-F238E27FC236}">
                <a16:creationId xmlns:a16="http://schemas.microsoft.com/office/drawing/2014/main" id="{1EBC3C1F-4897-D252-50C0-DA710929F8CF}"/>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4413B2B4-1627-5638-D286-979096E49713}"/>
              </a:ext>
            </a:extLst>
          </p:cNvPr>
          <p:cNvSpPr>
            <a:spLocks noGrp="1"/>
          </p:cNvSpPr>
          <p:nvPr>
            <p:ph type="sldNum" sz="quarter" idx="12"/>
          </p:nvPr>
        </p:nvSpPr>
        <p:spPr/>
        <p:txBody>
          <a:bodyPr/>
          <a:lstStyle/>
          <a:p>
            <a:fld id="{7783DC04-CF5A-43A2-96E9-F085D9A78F37}" type="slidenum">
              <a:rPr lang="de-DE" smtClean="0"/>
              <a:t>‹Nr.›</a:t>
            </a:fld>
            <a:endParaRPr lang="de-DE"/>
          </a:p>
        </p:txBody>
      </p:sp>
    </p:spTree>
    <p:extLst>
      <p:ext uri="{BB962C8B-B14F-4D97-AF65-F5344CB8AC3E}">
        <p14:creationId xmlns:p14="http://schemas.microsoft.com/office/powerpoint/2010/main" val="1061359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F5C6E219-0CED-131B-105A-BCB26B4011AF}"/>
              </a:ext>
            </a:extLst>
          </p:cNvPr>
          <p:cNvSpPr>
            <a:spLocks noGrp="1"/>
          </p:cNvSpPr>
          <p:nvPr>
            <p:ph type="dt" sz="half" idx="10"/>
          </p:nvPr>
        </p:nvSpPr>
        <p:spPr/>
        <p:txBody>
          <a:bodyPr/>
          <a:lstStyle/>
          <a:p>
            <a:fld id="{237D5B0A-BC67-4F0E-B174-8BDE445F39E8}" type="datetimeFigureOut">
              <a:rPr lang="de-DE" smtClean="0"/>
              <a:t>13.07.2022</a:t>
            </a:fld>
            <a:endParaRPr lang="de-DE"/>
          </a:p>
        </p:txBody>
      </p:sp>
      <p:sp>
        <p:nvSpPr>
          <p:cNvPr id="3" name="Fußzeilenplatzhalter 2">
            <a:extLst>
              <a:ext uri="{FF2B5EF4-FFF2-40B4-BE49-F238E27FC236}">
                <a16:creationId xmlns:a16="http://schemas.microsoft.com/office/drawing/2014/main" id="{9D48D1DF-E2D3-73A4-C2DD-22D603ABE3C5}"/>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CDEF4810-BE5D-7C2B-3CD5-BCE002F91E95}"/>
              </a:ext>
            </a:extLst>
          </p:cNvPr>
          <p:cNvSpPr>
            <a:spLocks noGrp="1"/>
          </p:cNvSpPr>
          <p:nvPr>
            <p:ph type="sldNum" sz="quarter" idx="12"/>
          </p:nvPr>
        </p:nvSpPr>
        <p:spPr/>
        <p:txBody>
          <a:bodyPr/>
          <a:lstStyle/>
          <a:p>
            <a:fld id="{7783DC04-CF5A-43A2-96E9-F085D9A78F37}" type="slidenum">
              <a:rPr lang="de-DE" smtClean="0"/>
              <a:t>‹Nr.›</a:t>
            </a:fld>
            <a:endParaRPr lang="de-DE"/>
          </a:p>
        </p:txBody>
      </p:sp>
    </p:spTree>
    <p:extLst>
      <p:ext uri="{BB962C8B-B14F-4D97-AF65-F5344CB8AC3E}">
        <p14:creationId xmlns:p14="http://schemas.microsoft.com/office/powerpoint/2010/main" val="2546853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879C38-FDAD-E318-3496-9DF07C3EAA3A}"/>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2F2981C2-705B-1377-7C61-5A5FFE14FC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BD55CF41-FBF0-59F6-3533-E9FF0E1E7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E5BDB642-233A-80D6-4C14-A8DF81EED6DF}"/>
              </a:ext>
            </a:extLst>
          </p:cNvPr>
          <p:cNvSpPr>
            <a:spLocks noGrp="1"/>
          </p:cNvSpPr>
          <p:nvPr>
            <p:ph type="dt" sz="half" idx="10"/>
          </p:nvPr>
        </p:nvSpPr>
        <p:spPr/>
        <p:txBody>
          <a:bodyPr/>
          <a:lstStyle/>
          <a:p>
            <a:fld id="{237D5B0A-BC67-4F0E-B174-8BDE445F39E8}" type="datetimeFigureOut">
              <a:rPr lang="de-DE" smtClean="0"/>
              <a:t>13.07.2022</a:t>
            </a:fld>
            <a:endParaRPr lang="de-DE"/>
          </a:p>
        </p:txBody>
      </p:sp>
      <p:sp>
        <p:nvSpPr>
          <p:cNvPr id="6" name="Fußzeilenplatzhalter 5">
            <a:extLst>
              <a:ext uri="{FF2B5EF4-FFF2-40B4-BE49-F238E27FC236}">
                <a16:creationId xmlns:a16="http://schemas.microsoft.com/office/drawing/2014/main" id="{7A5F697A-7E3D-B3F5-9501-6554B96552B4}"/>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4C65D2F9-DB85-D5A9-7250-378B1620E5C8}"/>
              </a:ext>
            </a:extLst>
          </p:cNvPr>
          <p:cNvSpPr>
            <a:spLocks noGrp="1"/>
          </p:cNvSpPr>
          <p:nvPr>
            <p:ph type="sldNum" sz="quarter" idx="12"/>
          </p:nvPr>
        </p:nvSpPr>
        <p:spPr/>
        <p:txBody>
          <a:bodyPr/>
          <a:lstStyle/>
          <a:p>
            <a:fld id="{7783DC04-CF5A-43A2-96E9-F085D9A78F37}" type="slidenum">
              <a:rPr lang="de-DE" smtClean="0"/>
              <a:t>‹Nr.›</a:t>
            </a:fld>
            <a:endParaRPr lang="de-DE"/>
          </a:p>
        </p:txBody>
      </p:sp>
    </p:spTree>
    <p:extLst>
      <p:ext uri="{BB962C8B-B14F-4D97-AF65-F5344CB8AC3E}">
        <p14:creationId xmlns:p14="http://schemas.microsoft.com/office/powerpoint/2010/main" val="3140717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BDDC3A-BFC4-D82E-D5B2-A95DDBF0F20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BBC198F4-2CB1-FF92-3B0F-838136401E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9CEF3143-90C2-1C51-9E9C-64F7C886C0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CFCF6BB5-DD96-A658-BD3E-1014401A55F2}"/>
              </a:ext>
            </a:extLst>
          </p:cNvPr>
          <p:cNvSpPr>
            <a:spLocks noGrp="1"/>
          </p:cNvSpPr>
          <p:nvPr>
            <p:ph type="dt" sz="half" idx="10"/>
          </p:nvPr>
        </p:nvSpPr>
        <p:spPr/>
        <p:txBody>
          <a:bodyPr/>
          <a:lstStyle/>
          <a:p>
            <a:fld id="{237D5B0A-BC67-4F0E-B174-8BDE445F39E8}" type="datetimeFigureOut">
              <a:rPr lang="de-DE" smtClean="0"/>
              <a:t>13.07.2022</a:t>
            </a:fld>
            <a:endParaRPr lang="de-DE"/>
          </a:p>
        </p:txBody>
      </p:sp>
      <p:sp>
        <p:nvSpPr>
          <p:cNvPr id="6" name="Fußzeilenplatzhalter 5">
            <a:extLst>
              <a:ext uri="{FF2B5EF4-FFF2-40B4-BE49-F238E27FC236}">
                <a16:creationId xmlns:a16="http://schemas.microsoft.com/office/drawing/2014/main" id="{B070AAAD-B84C-ADC9-E721-4AFBF5C29B70}"/>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8DFCB4BE-6638-0A02-C988-7A41057F7507}"/>
              </a:ext>
            </a:extLst>
          </p:cNvPr>
          <p:cNvSpPr>
            <a:spLocks noGrp="1"/>
          </p:cNvSpPr>
          <p:nvPr>
            <p:ph type="sldNum" sz="quarter" idx="12"/>
          </p:nvPr>
        </p:nvSpPr>
        <p:spPr/>
        <p:txBody>
          <a:bodyPr/>
          <a:lstStyle/>
          <a:p>
            <a:fld id="{7783DC04-CF5A-43A2-96E9-F085D9A78F37}" type="slidenum">
              <a:rPr lang="de-DE" smtClean="0"/>
              <a:t>‹Nr.›</a:t>
            </a:fld>
            <a:endParaRPr lang="de-DE"/>
          </a:p>
        </p:txBody>
      </p:sp>
    </p:spTree>
    <p:extLst>
      <p:ext uri="{BB962C8B-B14F-4D97-AF65-F5344CB8AC3E}">
        <p14:creationId xmlns:p14="http://schemas.microsoft.com/office/powerpoint/2010/main" val="4108021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75A5CD-EB92-CE49-D6DB-285F5E1E6E53}"/>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754B291B-B57A-0947-91F2-BC5F04F32892}"/>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5E0D69F-383F-CA39-5EF1-2414E2A66C4D}"/>
              </a:ext>
            </a:extLst>
          </p:cNvPr>
          <p:cNvSpPr>
            <a:spLocks noGrp="1"/>
          </p:cNvSpPr>
          <p:nvPr>
            <p:ph type="dt" sz="half" idx="10"/>
          </p:nvPr>
        </p:nvSpPr>
        <p:spPr/>
        <p:txBody>
          <a:bodyPr/>
          <a:lstStyle/>
          <a:p>
            <a:fld id="{237D5B0A-BC67-4F0E-B174-8BDE445F39E8}" type="datetimeFigureOut">
              <a:rPr lang="de-DE" smtClean="0"/>
              <a:t>13.07.2022</a:t>
            </a:fld>
            <a:endParaRPr lang="de-DE"/>
          </a:p>
        </p:txBody>
      </p:sp>
      <p:sp>
        <p:nvSpPr>
          <p:cNvPr id="5" name="Fußzeilenplatzhalter 4">
            <a:extLst>
              <a:ext uri="{FF2B5EF4-FFF2-40B4-BE49-F238E27FC236}">
                <a16:creationId xmlns:a16="http://schemas.microsoft.com/office/drawing/2014/main" id="{29541CFD-E575-FA86-7D92-CD2429190C38}"/>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59B18D2-F9E1-F487-4AFC-E08CEB3C272A}"/>
              </a:ext>
            </a:extLst>
          </p:cNvPr>
          <p:cNvSpPr>
            <a:spLocks noGrp="1"/>
          </p:cNvSpPr>
          <p:nvPr>
            <p:ph type="sldNum" sz="quarter" idx="12"/>
          </p:nvPr>
        </p:nvSpPr>
        <p:spPr/>
        <p:txBody>
          <a:bodyPr/>
          <a:lstStyle/>
          <a:p>
            <a:fld id="{7783DC04-CF5A-43A2-96E9-F085D9A78F37}" type="slidenum">
              <a:rPr lang="de-DE" smtClean="0"/>
              <a:t>‹Nr.›</a:t>
            </a:fld>
            <a:endParaRPr lang="de-DE"/>
          </a:p>
        </p:txBody>
      </p:sp>
    </p:spTree>
    <p:extLst>
      <p:ext uri="{BB962C8B-B14F-4D97-AF65-F5344CB8AC3E}">
        <p14:creationId xmlns:p14="http://schemas.microsoft.com/office/powerpoint/2010/main" val="4012929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9D27577E-6F2C-A548-CA0E-971D970FDE89}"/>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4F8B1B06-ED57-6460-A566-7FD1D30C2664}"/>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E53AF844-DB5A-21FE-CCEC-1775F9445A71}"/>
              </a:ext>
            </a:extLst>
          </p:cNvPr>
          <p:cNvSpPr>
            <a:spLocks noGrp="1"/>
          </p:cNvSpPr>
          <p:nvPr>
            <p:ph type="dt" sz="half" idx="10"/>
          </p:nvPr>
        </p:nvSpPr>
        <p:spPr/>
        <p:txBody>
          <a:bodyPr/>
          <a:lstStyle/>
          <a:p>
            <a:fld id="{237D5B0A-BC67-4F0E-B174-8BDE445F39E8}" type="datetimeFigureOut">
              <a:rPr lang="de-DE" smtClean="0"/>
              <a:t>13.07.2022</a:t>
            </a:fld>
            <a:endParaRPr lang="de-DE"/>
          </a:p>
        </p:txBody>
      </p:sp>
      <p:sp>
        <p:nvSpPr>
          <p:cNvPr id="5" name="Fußzeilenplatzhalter 4">
            <a:extLst>
              <a:ext uri="{FF2B5EF4-FFF2-40B4-BE49-F238E27FC236}">
                <a16:creationId xmlns:a16="http://schemas.microsoft.com/office/drawing/2014/main" id="{3585E17C-380C-F393-A2DC-94FF26C2E2A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EC61C77-936A-F59B-C083-7D7EDDA90D18}"/>
              </a:ext>
            </a:extLst>
          </p:cNvPr>
          <p:cNvSpPr>
            <a:spLocks noGrp="1"/>
          </p:cNvSpPr>
          <p:nvPr>
            <p:ph type="sldNum" sz="quarter" idx="12"/>
          </p:nvPr>
        </p:nvSpPr>
        <p:spPr/>
        <p:txBody>
          <a:bodyPr/>
          <a:lstStyle/>
          <a:p>
            <a:fld id="{7783DC04-CF5A-43A2-96E9-F085D9A78F37}" type="slidenum">
              <a:rPr lang="de-DE" smtClean="0"/>
              <a:t>‹Nr.›</a:t>
            </a:fld>
            <a:endParaRPr lang="de-DE"/>
          </a:p>
        </p:txBody>
      </p:sp>
    </p:spTree>
    <p:extLst>
      <p:ext uri="{BB962C8B-B14F-4D97-AF65-F5344CB8AC3E}">
        <p14:creationId xmlns:p14="http://schemas.microsoft.com/office/powerpoint/2010/main" val="2674509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CE8BA357-0449-8C1B-952A-D9CC650BEA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E4EBD15A-D32C-4CCC-879A-7C514791DD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B592AD7-7606-0784-427A-FAF4D9C957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7D5B0A-BC67-4F0E-B174-8BDE445F39E8}" type="datetimeFigureOut">
              <a:rPr lang="de-DE" smtClean="0"/>
              <a:t>13.07.2022</a:t>
            </a:fld>
            <a:endParaRPr lang="de-DE"/>
          </a:p>
        </p:txBody>
      </p:sp>
      <p:sp>
        <p:nvSpPr>
          <p:cNvPr id="5" name="Fußzeilenplatzhalter 4">
            <a:extLst>
              <a:ext uri="{FF2B5EF4-FFF2-40B4-BE49-F238E27FC236}">
                <a16:creationId xmlns:a16="http://schemas.microsoft.com/office/drawing/2014/main" id="{41652AFD-D49E-1CF3-D2C8-FAB79BA5BF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E3E96001-52EC-E58D-BA02-DD1AACF513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83DC04-CF5A-43A2-96E9-F085D9A78F37}" type="slidenum">
              <a:rPr lang="de-DE" smtClean="0"/>
              <a:t>‹Nr.›</a:t>
            </a:fld>
            <a:endParaRPr lang="de-DE"/>
          </a:p>
        </p:txBody>
      </p:sp>
    </p:spTree>
    <p:extLst>
      <p:ext uri="{BB962C8B-B14F-4D97-AF65-F5344CB8AC3E}">
        <p14:creationId xmlns:p14="http://schemas.microsoft.com/office/powerpoint/2010/main" val="42065471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fif"/></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f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fif"/><Relationship Id="rId1" Type="http://schemas.openxmlformats.org/officeDocument/2006/relationships/slideLayout" Target="../slideLayouts/slideLayout1.xml"/><Relationship Id="rId4" Type="http://schemas.openxmlformats.org/officeDocument/2006/relationships/image" Target="../media/image7.jfif"/></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fif"/><Relationship Id="rId1" Type="http://schemas.openxmlformats.org/officeDocument/2006/relationships/slideLayout" Target="../slideLayouts/slideLayout1.xml"/><Relationship Id="rId4" Type="http://schemas.openxmlformats.org/officeDocument/2006/relationships/image" Target="../media/image9.jfif"/></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f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F58FB4AA-7058-4218-AE65-3ACD24A412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B3EC5BB-66A8-8DE1-7008-D5440A5EDEE5}"/>
              </a:ext>
            </a:extLst>
          </p:cNvPr>
          <p:cNvSpPr>
            <a:spLocks noGrp="1"/>
          </p:cNvSpPr>
          <p:nvPr>
            <p:ph type="ctrTitle"/>
          </p:nvPr>
        </p:nvSpPr>
        <p:spPr>
          <a:xfrm>
            <a:off x="643466" y="753626"/>
            <a:ext cx="5334930" cy="3004145"/>
          </a:xfrm>
        </p:spPr>
        <p:txBody>
          <a:bodyPr vert="horz" lIns="91440" tIns="45720" rIns="91440" bIns="45720" rtlCol="0" anchor="b">
            <a:normAutofit/>
          </a:bodyPr>
          <a:lstStyle/>
          <a:p>
            <a:r>
              <a:rPr lang="en-US" sz="5100" kern="1200">
                <a:solidFill>
                  <a:schemeClr val="tx1"/>
                </a:solidFill>
                <a:latin typeface="+mj-lt"/>
                <a:ea typeface="+mj-ea"/>
                <a:cs typeface="+mj-cs"/>
              </a:rPr>
              <a:t>Kolumbianische Empanadas - überraschend wie das Land</a:t>
            </a:r>
          </a:p>
        </p:txBody>
      </p:sp>
      <p:sp>
        <p:nvSpPr>
          <p:cNvPr id="3" name="Untertitel 2">
            <a:extLst>
              <a:ext uri="{FF2B5EF4-FFF2-40B4-BE49-F238E27FC236}">
                <a16:creationId xmlns:a16="http://schemas.microsoft.com/office/drawing/2014/main" id="{57A68921-CB80-CE24-BE8C-548FA6090724}"/>
              </a:ext>
            </a:extLst>
          </p:cNvPr>
          <p:cNvSpPr>
            <a:spLocks noGrp="1"/>
          </p:cNvSpPr>
          <p:nvPr>
            <p:ph type="subTitle" idx="1"/>
          </p:nvPr>
        </p:nvSpPr>
        <p:spPr>
          <a:xfrm>
            <a:off x="643465" y="3849845"/>
            <a:ext cx="5334931" cy="2189214"/>
          </a:xfrm>
        </p:spPr>
        <p:txBody>
          <a:bodyPr vert="horz" lIns="91440" tIns="45720" rIns="91440" bIns="45720" rtlCol="0">
            <a:normAutofit/>
          </a:bodyPr>
          <a:lstStyle/>
          <a:p>
            <a:r>
              <a:rPr lang="en-US" sz="1700" b="1" i="1" kern="1200" dirty="0">
                <a:solidFill>
                  <a:schemeClr val="tx1"/>
                </a:solidFill>
                <a:latin typeface="+mn-lt"/>
                <a:ea typeface="+mn-ea"/>
                <a:cs typeface="+mn-cs"/>
              </a:rPr>
              <a:t>Die </a:t>
            </a:r>
            <a:r>
              <a:rPr lang="en-US" sz="1700" b="1" i="1" kern="1200" dirty="0" err="1">
                <a:solidFill>
                  <a:schemeClr val="tx1"/>
                </a:solidFill>
                <a:latin typeface="+mn-lt"/>
                <a:ea typeface="+mn-ea"/>
                <a:cs typeface="+mn-cs"/>
              </a:rPr>
              <a:t>Kolumbianischen</a:t>
            </a:r>
            <a:r>
              <a:rPr lang="en-US" sz="1700" b="1" i="1" kern="1200" dirty="0">
                <a:solidFill>
                  <a:schemeClr val="tx1"/>
                </a:solidFill>
                <a:latin typeface="+mn-lt"/>
                <a:ea typeface="+mn-ea"/>
                <a:cs typeface="+mn-cs"/>
              </a:rPr>
              <a:t> Empanadas </a:t>
            </a:r>
            <a:r>
              <a:rPr lang="en-US" sz="1700" b="1" i="1" kern="1200" dirty="0" err="1">
                <a:solidFill>
                  <a:schemeClr val="tx1"/>
                </a:solidFill>
                <a:latin typeface="+mn-lt"/>
                <a:ea typeface="+mn-ea"/>
                <a:cs typeface="+mn-cs"/>
              </a:rPr>
              <a:t>mit</a:t>
            </a:r>
            <a:r>
              <a:rPr lang="en-US" sz="1700" b="1" i="1" kern="1200" dirty="0">
                <a:solidFill>
                  <a:schemeClr val="tx1"/>
                </a:solidFill>
                <a:latin typeface="+mn-lt"/>
                <a:ea typeface="+mn-ea"/>
                <a:cs typeface="+mn-cs"/>
              </a:rPr>
              <a:t> </a:t>
            </a:r>
            <a:r>
              <a:rPr lang="en-US" sz="1700" b="1" i="1" kern="1200" dirty="0" err="1">
                <a:solidFill>
                  <a:schemeClr val="tx1"/>
                </a:solidFill>
                <a:latin typeface="+mn-lt"/>
                <a:ea typeface="+mn-ea"/>
                <a:cs typeface="+mn-cs"/>
              </a:rPr>
              <a:t>Hogao</a:t>
            </a:r>
            <a:r>
              <a:rPr lang="en-US" sz="1700" b="1" i="1" kern="1200" dirty="0" err="1">
                <a:solidFill>
                  <a:schemeClr val="tx1"/>
                </a:solidFill>
                <a:effectLst/>
                <a:latin typeface="+mn-lt"/>
                <a:ea typeface="+mn-ea"/>
                <a:cs typeface="+mn-cs"/>
              </a:rPr>
              <a:t>Empanadas</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werden</a:t>
            </a:r>
            <a:r>
              <a:rPr lang="en-US" sz="1700" b="1" i="1" kern="1200" dirty="0">
                <a:solidFill>
                  <a:schemeClr val="tx1"/>
                </a:solidFill>
                <a:effectLst/>
                <a:latin typeface="+mn-lt"/>
                <a:ea typeface="+mn-ea"/>
                <a:cs typeface="+mn-cs"/>
              </a:rPr>
              <a:t> in </a:t>
            </a:r>
            <a:r>
              <a:rPr lang="en-US" sz="1700" b="1" i="1" kern="1200" dirty="0" err="1">
                <a:solidFill>
                  <a:schemeClr val="tx1"/>
                </a:solidFill>
                <a:effectLst/>
                <a:latin typeface="+mn-lt"/>
                <a:ea typeface="+mn-ea"/>
                <a:cs typeface="+mn-cs"/>
              </a:rPr>
              <a:t>ganz</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Lateinamerika</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erhältlich</a:t>
            </a:r>
            <a:r>
              <a:rPr lang="en-US" sz="1700" b="1" i="1" kern="1200" dirty="0">
                <a:solidFill>
                  <a:schemeClr val="tx1"/>
                </a:solidFill>
                <a:effectLst/>
                <a:latin typeface="+mn-lt"/>
                <a:ea typeface="+mn-ea"/>
                <a:cs typeface="+mn-cs"/>
              </a:rPr>
              <a:t>. Aber in </a:t>
            </a:r>
            <a:r>
              <a:rPr lang="en-US" sz="1700" b="1" i="1" kern="1200" dirty="0" err="1">
                <a:solidFill>
                  <a:schemeClr val="tx1"/>
                </a:solidFill>
                <a:effectLst/>
                <a:latin typeface="+mn-lt"/>
                <a:ea typeface="+mn-ea"/>
                <a:cs typeface="+mn-cs"/>
              </a:rPr>
              <a:t>Kolumbien</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sind</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sie</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frittiert</a:t>
            </a:r>
            <a:r>
              <a:rPr lang="en-US" sz="1700" b="1" i="1" kern="1200" dirty="0">
                <a:solidFill>
                  <a:schemeClr val="tx1"/>
                </a:solidFill>
                <a:effectLst/>
                <a:latin typeface="+mn-lt"/>
                <a:ea typeface="+mn-ea"/>
                <a:cs typeface="+mn-cs"/>
              </a:rPr>
              <a:t> und </a:t>
            </a:r>
            <a:r>
              <a:rPr lang="en-US" sz="1700" b="1" i="1" kern="1200" dirty="0" err="1">
                <a:solidFill>
                  <a:schemeClr val="tx1"/>
                </a:solidFill>
                <a:effectLst/>
                <a:latin typeface="+mn-lt"/>
                <a:ea typeface="+mn-ea"/>
                <a:cs typeface="+mn-cs"/>
              </a:rPr>
              <a:t>können</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mit</a:t>
            </a:r>
            <a:r>
              <a:rPr lang="en-US" sz="1700" b="1" i="1" kern="1200" dirty="0">
                <a:solidFill>
                  <a:schemeClr val="tx1"/>
                </a:solidFill>
                <a:effectLst/>
                <a:latin typeface="+mn-lt"/>
                <a:ea typeface="+mn-ea"/>
                <a:cs typeface="+mn-cs"/>
              </a:rPr>
              <a:t> fast </a:t>
            </a:r>
            <a:r>
              <a:rPr lang="en-US" sz="1700" b="1" i="1" kern="1200" dirty="0" err="1">
                <a:solidFill>
                  <a:schemeClr val="tx1"/>
                </a:solidFill>
                <a:effectLst/>
                <a:latin typeface="+mn-lt"/>
                <a:ea typeface="+mn-ea"/>
                <a:cs typeface="+mn-cs"/>
              </a:rPr>
              <a:t>allem</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gefüllt</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werden</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einschließlich</a:t>
            </a:r>
            <a:r>
              <a:rPr lang="en-US" sz="1700" b="1" i="1" kern="1200" dirty="0">
                <a:solidFill>
                  <a:schemeClr val="tx1"/>
                </a:solidFill>
                <a:effectLst/>
                <a:latin typeface="+mn-lt"/>
                <a:ea typeface="+mn-ea"/>
                <a:cs typeface="+mn-cs"/>
              </a:rPr>
              <a:t> Reis, </a:t>
            </a:r>
            <a:r>
              <a:rPr lang="en-US" sz="1700" b="1" i="1" kern="1200" dirty="0" err="1">
                <a:solidFill>
                  <a:schemeClr val="tx1"/>
                </a:solidFill>
                <a:effectLst/>
                <a:latin typeface="+mn-lt"/>
                <a:ea typeface="+mn-ea"/>
                <a:cs typeface="+mn-cs"/>
              </a:rPr>
              <a:t>Fleisch</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Eiern</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Kartoffeln</a:t>
            </a:r>
            <a:r>
              <a:rPr lang="en-US" sz="1700" b="1" i="1" kern="1200" dirty="0">
                <a:solidFill>
                  <a:schemeClr val="tx1"/>
                </a:solidFill>
                <a:effectLst/>
                <a:latin typeface="+mn-lt"/>
                <a:ea typeface="+mn-ea"/>
                <a:cs typeface="+mn-cs"/>
              </a:rPr>
              <a:t> und </a:t>
            </a:r>
            <a:r>
              <a:rPr lang="en-US" sz="1700" b="1" i="1" kern="1200" dirty="0" err="1">
                <a:solidFill>
                  <a:schemeClr val="tx1"/>
                </a:solidFill>
                <a:effectLst/>
                <a:latin typeface="+mn-lt"/>
                <a:ea typeface="+mn-ea"/>
                <a:cs typeface="+mn-cs"/>
              </a:rPr>
              <a:t>Gemüse</a:t>
            </a:r>
            <a:r>
              <a:rPr lang="en-US" sz="1700" b="1" i="1" kern="1200" dirty="0">
                <a:solidFill>
                  <a:schemeClr val="tx1"/>
                </a:solidFill>
                <a:effectLst/>
                <a:latin typeface="+mn-lt"/>
                <a:ea typeface="+mn-ea"/>
                <a:cs typeface="+mn-cs"/>
              </a:rPr>
              <a:t>.</a:t>
            </a:r>
          </a:p>
          <a:p>
            <a:r>
              <a:rPr lang="en-US" sz="1700" b="1" i="1" kern="1200" dirty="0">
                <a:solidFill>
                  <a:schemeClr val="tx1"/>
                </a:solidFill>
                <a:effectLst/>
                <a:latin typeface="+mn-lt"/>
                <a:ea typeface="+mn-ea"/>
                <a:cs typeface="+mn-cs"/>
              </a:rPr>
              <a:t>Sie </a:t>
            </a:r>
            <a:r>
              <a:rPr lang="en-US" sz="1700" b="1" i="1" kern="1200" dirty="0" err="1">
                <a:solidFill>
                  <a:schemeClr val="tx1"/>
                </a:solidFill>
                <a:effectLst/>
                <a:latin typeface="+mn-lt"/>
                <a:ea typeface="+mn-ea"/>
                <a:cs typeface="+mn-cs"/>
              </a:rPr>
              <a:t>sind</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eine</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beliebte</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Streetfood</a:t>
            </a:r>
            <a:r>
              <a:rPr lang="en-US" sz="1700" b="1" i="1" kern="1200" dirty="0">
                <a:solidFill>
                  <a:schemeClr val="tx1"/>
                </a:solidFill>
                <a:effectLst/>
                <a:latin typeface="+mn-lt"/>
                <a:ea typeface="+mn-ea"/>
                <a:cs typeface="+mn-cs"/>
              </a:rPr>
              <a:t>-Option und </a:t>
            </a:r>
            <a:r>
              <a:rPr lang="en-US" sz="1700" b="1" i="1" kern="1200" dirty="0" err="1">
                <a:solidFill>
                  <a:schemeClr val="tx1"/>
                </a:solidFill>
                <a:effectLst/>
                <a:latin typeface="+mn-lt"/>
                <a:ea typeface="+mn-ea"/>
                <a:cs typeface="+mn-cs"/>
              </a:rPr>
              <a:t>werden</a:t>
            </a:r>
            <a:r>
              <a:rPr lang="en-US" sz="1700" b="1" i="1" kern="1200" dirty="0">
                <a:solidFill>
                  <a:schemeClr val="tx1"/>
                </a:solidFill>
                <a:effectLst/>
                <a:latin typeface="+mn-lt"/>
                <a:ea typeface="+mn-ea"/>
                <a:cs typeface="+mn-cs"/>
              </a:rPr>
              <a:t> oft </a:t>
            </a:r>
            <a:r>
              <a:rPr lang="en-US" sz="1700" b="1" i="1" kern="1200" dirty="0" err="1">
                <a:solidFill>
                  <a:schemeClr val="tx1"/>
                </a:solidFill>
                <a:effectLst/>
                <a:latin typeface="+mn-lt"/>
                <a:ea typeface="+mn-ea"/>
                <a:cs typeface="+mn-cs"/>
              </a:rPr>
              <a:t>mit</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einer</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Seite</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Hogao</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einer</a:t>
            </a:r>
            <a:r>
              <a:rPr lang="en-US" sz="1700" b="1" i="1" kern="1200" dirty="0">
                <a:solidFill>
                  <a:schemeClr val="tx1"/>
                </a:solidFill>
                <a:effectLst/>
                <a:latin typeface="+mn-lt"/>
                <a:ea typeface="+mn-ea"/>
                <a:cs typeface="+mn-cs"/>
              </a:rPr>
              <a:t> </a:t>
            </a:r>
            <a:r>
              <a:rPr lang="en-US" sz="1700" b="1" i="1" kern="1200" dirty="0" err="1">
                <a:solidFill>
                  <a:schemeClr val="tx1"/>
                </a:solidFill>
                <a:effectLst/>
                <a:latin typeface="+mn-lt"/>
                <a:ea typeface="+mn-ea"/>
                <a:cs typeface="+mn-cs"/>
              </a:rPr>
              <a:t>leckeren</a:t>
            </a:r>
            <a:r>
              <a:rPr lang="en-US" sz="1700" b="1" i="1" kern="1200" dirty="0">
                <a:solidFill>
                  <a:schemeClr val="tx1"/>
                </a:solidFill>
                <a:effectLst/>
                <a:latin typeface="+mn-lt"/>
                <a:ea typeface="+mn-ea"/>
                <a:cs typeface="+mn-cs"/>
              </a:rPr>
              <a:t> Sofrito-Dip-Sauce, </a:t>
            </a:r>
            <a:r>
              <a:rPr lang="en-US" sz="1700" b="1" i="1" kern="1200" dirty="0" err="1">
                <a:solidFill>
                  <a:schemeClr val="tx1"/>
                </a:solidFill>
                <a:effectLst/>
                <a:latin typeface="+mn-lt"/>
                <a:ea typeface="+mn-ea"/>
                <a:cs typeface="+mn-cs"/>
              </a:rPr>
              <a:t>serviert</a:t>
            </a:r>
            <a:r>
              <a:rPr lang="en-US" sz="1700" b="1" i="1" kern="1200" dirty="0">
                <a:solidFill>
                  <a:schemeClr val="tx1"/>
                </a:solidFill>
                <a:effectLst/>
                <a:latin typeface="+mn-lt"/>
                <a:ea typeface="+mn-ea"/>
                <a:cs typeface="+mn-cs"/>
              </a:rPr>
              <a:t>.</a:t>
            </a:r>
          </a:p>
          <a:p>
            <a:endParaRPr lang="en-US" sz="1700" kern="1200" dirty="0">
              <a:solidFill>
                <a:schemeClr val="tx1"/>
              </a:solidFill>
              <a:latin typeface="+mn-lt"/>
              <a:ea typeface="+mn-ea"/>
              <a:cs typeface="+mn-cs"/>
            </a:endParaRPr>
          </a:p>
        </p:txBody>
      </p:sp>
      <p:sp>
        <p:nvSpPr>
          <p:cNvPr id="47" name="Oval 46">
            <a:extLst>
              <a:ext uri="{FF2B5EF4-FFF2-40B4-BE49-F238E27FC236}">
                <a16:creationId xmlns:a16="http://schemas.microsoft.com/office/drawing/2014/main" id="{F35BC0E3-6FE4-4491-BA19-C0126066A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9082" y="939707"/>
            <a:ext cx="603494" cy="603494"/>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Freeform: Shape 48">
            <a:extLst>
              <a:ext uri="{FF2B5EF4-FFF2-40B4-BE49-F238E27FC236}">
                <a16:creationId xmlns:a16="http://schemas.microsoft.com/office/drawing/2014/main" id="{DB11BD18-218F-49C7-BE16-82AEA08B2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1453" y="-4098"/>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pic>
        <p:nvPicPr>
          <p:cNvPr id="5" name="Grafik 4">
            <a:extLst>
              <a:ext uri="{FF2B5EF4-FFF2-40B4-BE49-F238E27FC236}">
                <a16:creationId xmlns:a16="http://schemas.microsoft.com/office/drawing/2014/main" id="{9BBD8895-0D6C-AC18-2752-614EDFFCDEA2}"/>
              </a:ext>
            </a:extLst>
          </p:cNvPr>
          <p:cNvPicPr>
            <a:picLocks noChangeAspect="1"/>
          </p:cNvPicPr>
          <p:nvPr/>
        </p:nvPicPr>
        <p:blipFill rotWithShape="1">
          <a:blip r:embed="rId2">
            <a:extLst>
              <a:ext uri="{28A0092B-C50C-407E-A947-70E740481C1C}">
                <a14:useLocalDpi xmlns:a14="http://schemas.microsoft.com/office/drawing/2010/main" val="0"/>
              </a:ext>
            </a:extLst>
          </a:blip>
          <a:srcRect l="13572" r="14667" b="3"/>
          <a:stretch/>
        </p:blipFill>
        <p:spPr>
          <a:xfrm>
            <a:off x="9547017" y="4405333"/>
            <a:ext cx="2644983" cy="2452667"/>
          </a:xfrm>
          <a:custGeom>
            <a:avLst/>
            <a:gdLst/>
            <a:ahLst/>
            <a:cxnLst/>
            <a:rect l="l" t="t" r="r" b="b"/>
            <a:pathLst>
              <a:path w="2644983" h="2452667">
                <a:moveTo>
                  <a:pt x="1542711" y="0"/>
                </a:moveTo>
                <a:cubicBezTo>
                  <a:pt x="1942094" y="0"/>
                  <a:pt x="2306029" y="151765"/>
                  <a:pt x="2579995" y="400769"/>
                </a:cubicBezTo>
                <a:lnTo>
                  <a:pt x="2644983" y="468935"/>
                </a:lnTo>
                <a:lnTo>
                  <a:pt x="2644983" y="2452667"/>
                </a:lnTo>
                <a:lnTo>
                  <a:pt x="299206" y="2452667"/>
                </a:lnTo>
                <a:lnTo>
                  <a:pt x="233100" y="2358504"/>
                </a:lnTo>
                <a:cubicBezTo>
                  <a:pt x="85367" y="2121846"/>
                  <a:pt x="0" y="1842248"/>
                  <a:pt x="0" y="1542711"/>
                </a:cubicBezTo>
                <a:cubicBezTo>
                  <a:pt x="0" y="690695"/>
                  <a:pt x="690695" y="0"/>
                  <a:pt x="1542711" y="0"/>
                </a:cubicBezTo>
                <a:close/>
              </a:path>
            </a:pathLst>
          </a:custGeom>
        </p:spPr>
      </p:pic>
      <p:pic>
        <p:nvPicPr>
          <p:cNvPr id="7" name="Grafik 6" descr="Ein Bild, das ClipArt, Vektorgrafiken enthält.&#10;&#10;Automatisch generierte Beschreibung">
            <a:extLst>
              <a:ext uri="{FF2B5EF4-FFF2-40B4-BE49-F238E27FC236}">
                <a16:creationId xmlns:a16="http://schemas.microsoft.com/office/drawing/2014/main" id="{AC4074D5-FE0B-07C5-6C3A-CFECECA74E8A}"/>
              </a:ext>
            </a:extLst>
          </p:cNvPr>
          <p:cNvPicPr>
            <a:picLocks noChangeAspect="1"/>
          </p:cNvPicPr>
          <p:nvPr/>
        </p:nvPicPr>
        <p:blipFill rotWithShape="1">
          <a:blip r:embed="rId3">
            <a:extLst>
              <a:ext uri="{28A0092B-C50C-407E-A947-70E740481C1C}">
                <a14:useLocalDpi xmlns:a14="http://schemas.microsoft.com/office/drawing/2010/main" val="0"/>
              </a:ext>
            </a:extLst>
          </a:blip>
          <a:srcRect r="3" b="3"/>
          <a:stretch/>
        </p:blipFill>
        <p:spPr>
          <a:xfrm>
            <a:off x="6401202" y="1790202"/>
            <a:ext cx="3240592" cy="3240592"/>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pic>
        <p:nvPicPr>
          <p:cNvPr id="9" name="Grafik 8" descr="Ein Bild, das Essen, Zwischenmahlzeit, mehrere enthält.&#10;&#10;Automatisch generierte Beschreibung">
            <a:extLst>
              <a:ext uri="{FF2B5EF4-FFF2-40B4-BE49-F238E27FC236}">
                <a16:creationId xmlns:a16="http://schemas.microsoft.com/office/drawing/2014/main" id="{2685A737-9C77-91A9-42C6-6F89587F8859}"/>
              </a:ext>
            </a:extLst>
          </p:cNvPr>
          <p:cNvPicPr>
            <a:picLocks noChangeAspect="1"/>
          </p:cNvPicPr>
          <p:nvPr/>
        </p:nvPicPr>
        <p:blipFill rotWithShape="1">
          <a:blip r:embed="rId4">
            <a:extLst>
              <a:ext uri="{28A0092B-C50C-407E-A947-70E740481C1C}">
                <a14:useLocalDpi xmlns:a14="http://schemas.microsoft.com/office/drawing/2010/main" val="0"/>
              </a:ext>
            </a:extLst>
          </a:blip>
          <a:srcRect t="1146" r="1" b="4313"/>
          <a:stretch/>
        </p:blipFill>
        <p:spPr>
          <a:xfrm>
            <a:off x="9490668" y="10"/>
            <a:ext cx="2701332" cy="2553877"/>
          </a:xfrm>
          <a:custGeom>
            <a:avLst/>
            <a:gdLst/>
            <a:ahLst/>
            <a:cxnLst/>
            <a:rect l="l" t="t" r="r" b="b"/>
            <a:pathLst>
              <a:path w="2701332" h="2553887">
                <a:moveTo>
                  <a:pt x="348631" y="0"/>
                </a:moveTo>
                <a:lnTo>
                  <a:pt x="2701332" y="0"/>
                </a:lnTo>
                <a:lnTo>
                  <a:pt x="2701332" y="2072295"/>
                </a:lnTo>
                <a:lnTo>
                  <a:pt x="2554656" y="2207207"/>
                </a:lnTo>
                <a:cubicBezTo>
                  <a:pt x="2285380" y="2424077"/>
                  <a:pt x="1943034" y="2553887"/>
                  <a:pt x="1570370" y="2553887"/>
                </a:cubicBezTo>
                <a:cubicBezTo>
                  <a:pt x="703078" y="2553887"/>
                  <a:pt x="0" y="1850809"/>
                  <a:pt x="0" y="983517"/>
                </a:cubicBezTo>
                <a:cubicBezTo>
                  <a:pt x="0" y="640496"/>
                  <a:pt x="109980" y="323163"/>
                  <a:pt x="296602" y="64855"/>
                </a:cubicBezTo>
                <a:close/>
              </a:path>
            </a:pathLst>
          </a:custGeom>
        </p:spPr>
      </p:pic>
      <p:cxnSp>
        <p:nvCxnSpPr>
          <p:cNvPr id="51" name="Straight Connector 50">
            <a:extLst>
              <a:ext uri="{FF2B5EF4-FFF2-40B4-BE49-F238E27FC236}">
                <a16:creationId xmlns:a16="http://schemas.microsoft.com/office/drawing/2014/main" id="{A054EDF5-7644-4A95-AB88-057FAB414F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598158" y="2804429"/>
            <a:ext cx="0" cy="1597708"/>
          </a:xfrm>
          <a:prstGeom prst="line">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cxnSp>
      <p:sp>
        <p:nvSpPr>
          <p:cNvPr id="53" name="Freeform: Shape 52">
            <a:extLst>
              <a:ext uri="{FF2B5EF4-FFF2-40B4-BE49-F238E27FC236}">
                <a16:creationId xmlns:a16="http://schemas.microsoft.com/office/drawing/2014/main" id="{EA996627-3E00-4A50-8640-F4F7D38C5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385468" y="3311355"/>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5" name="Freeform: Shape 54">
            <a:extLst>
              <a:ext uri="{FF2B5EF4-FFF2-40B4-BE49-F238E27FC236}">
                <a16:creationId xmlns:a16="http://schemas.microsoft.com/office/drawing/2014/main" id="{A619555D-3337-4F1A-9AFF-1DA3B921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067622" y="5349205"/>
            <a:ext cx="1835725" cy="1850365"/>
          </a:xfrm>
          <a:custGeom>
            <a:avLst/>
            <a:gdLst>
              <a:gd name="connsiteX0" fmla="*/ 1801138 w 1835725"/>
              <a:gd name="connsiteY0" fmla="*/ 1622662 h 1850365"/>
              <a:gd name="connsiteX1" fmla="*/ 1835717 w 1835725"/>
              <a:gd name="connsiteY1" fmla="*/ 1680254 h 1850365"/>
              <a:gd name="connsiteX2" fmla="*/ 1815722 w 1835725"/>
              <a:gd name="connsiteY2" fmla="*/ 1850365 h 1850365"/>
              <a:gd name="connsiteX3" fmla="*/ 1693039 w 1835725"/>
              <a:gd name="connsiteY3" fmla="*/ 1808259 h 1850365"/>
              <a:gd name="connsiteX4" fmla="*/ 1708939 w 1835725"/>
              <a:gd name="connsiteY4" fmla="*/ 1673301 h 1850365"/>
              <a:gd name="connsiteX5" fmla="*/ 1778129 w 1835725"/>
              <a:gd name="connsiteY5" fmla="*/ 1615979 h 1850365"/>
              <a:gd name="connsiteX6" fmla="*/ 1801138 w 1835725"/>
              <a:gd name="connsiteY6" fmla="*/ 1622662 h 1850365"/>
              <a:gd name="connsiteX7" fmla="*/ 1585229 w 1835725"/>
              <a:gd name="connsiteY7" fmla="*/ 764759 h 1850365"/>
              <a:gd name="connsiteX8" fmla="*/ 1623024 w 1835725"/>
              <a:gd name="connsiteY8" fmla="*/ 792810 h 1850365"/>
              <a:gd name="connsiteX9" fmla="*/ 1777614 w 1835725"/>
              <a:gd name="connsiteY9" fmla="*/ 1157141 h 1850365"/>
              <a:gd name="connsiteX10" fmla="*/ 1733799 w 1835725"/>
              <a:gd name="connsiteY10" fmla="*/ 1235532 h 1850365"/>
              <a:gd name="connsiteX11" fmla="*/ 1716464 w 1835725"/>
              <a:gd name="connsiteY11" fmla="*/ 1237722 h 1850365"/>
              <a:gd name="connsiteX12" fmla="*/ 1716464 w 1835725"/>
              <a:gd name="connsiteY12" fmla="*/ 1237913 h 1850365"/>
              <a:gd name="connsiteX13" fmla="*/ 1655409 w 1835725"/>
              <a:gd name="connsiteY13" fmla="*/ 1191717 h 1850365"/>
              <a:gd name="connsiteX14" fmla="*/ 1513200 w 1835725"/>
              <a:gd name="connsiteY14" fmla="*/ 856627 h 1850365"/>
              <a:gd name="connsiteX15" fmla="*/ 1538499 w 1835725"/>
              <a:gd name="connsiteY15" fmla="*/ 770415 h 1850365"/>
              <a:gd name="connsiteX16" fmla="*/ 1585229 w 1835725"/>
              <a:gd name="connsiteY16" fmla="*/ 764759 h 1850365"/>
              <a:gd name="connsiteX17" fmla="*/ 477919 w 1835725"/>
              <a:gd name="connsiteY17" fmla="*/ 21437 h 1850365"/>
              <a:gd name="connsiteX18" fmla="*/ 509236 w 1835725"/>
              <a:gd name="connsiteY18" fmla="*/ 84182 h 1850365"/>
              <a:gd name="connsiteX19" fmla="*/ 445829 w 1835725"/>
              <a:gd name="connsiteY19" fmla="*/ 139871 h 1850365"/>
              <a:gd name="connsiteX20" fmla="*/ 437447 w 1835725"/>
              <a:gd name="connsiteY20" fmla="*/ 139395 h 1850365"/>
              <a:gd name="connsiteX21" fmla="*/ 73211 w 1835725"/>
              <a:gd name="connsiteY21" fmla="*/ 137204 h 1850365"/>
              <a:gd name="connsiteX22" fmla="*/ 749 w 1835725"/>
              <a:gd name="connsiteY22" fmla="*/ 84082 h 1850365"/>
              <a:gd name="connsiteX23" fmla="*/ 53871 w 1835725"/>
              <a:gd name="connsiteY23" fmla="*/ 11621 h 1850365"/>
              <a:gd name="connsiteX24" fmla="*/ 58352 w 1835725"/>
              <a:gd name="connsiteY24" fmla="*/ 11093 h 1850365"/>
              <a:gd name="connsiteX25" fmla="*/ 454020 w 1835725"/>
              <a:gd name="connsiteY25" fmla="*/ 13474 h 1850365"/>
              <a:gd name="connsiteX26" fmla="*/ 477919 w 1835725"/>
              <a:gd name="connsiteY26" fmla="*/ 21437 h 1850365"/>
              <a:gd name="connsiteX27" fmla="*/ 957797 w 1835725"/>
              <a:gd name="connsiteY27" fmla="*/ 167970 h 1850365"/>
              <a:gd name="connsiteX28" fmla="*/ 1286982 w 1835725"/>
              <a:gd name="connsiteY28" fmla="*/ 387616 h 1850365"/>
              <a:gd name="connsiteX29" fmla="*/ 1293725 w 1835725"/>
              <a:gd name="connsiteY29" fmla="*/ 477075 h 1850365"/>
              <a:gd name="connsiteX30" fmla="*/ 1245453 w 1835725"/>
              <a:gd name="connsiteY30" fmla="*/ 499154 h 1850365"/>
              <a:gd name="connsiteX31" fmla="*/ 1245167 w 1835725"/>
              <a:gd name="connsiteY31" fmla="*/ 499154 h 1850365"/>
              <a:gd name="connsiteX32" fmla="*/ 1203638 w 1835725"/>
              <a:gd name="connsiteY32" fmla="*/ 484104 h 1850365"/>
              <a:gd name="connsiteX33" fmla="*/ 900647 w 1835725"/>
              <a:gd name="connsiteY33" fmla="*/ 281508 h 1850365"/>
              <a:gd name="connsiteX34" fmla="*/ 872454 w 1835725"/>
              <a:gd name="connsiteY34" fmla="*/ 196164 h 1850365"/>
              <a:gd name="connsiteX35" fmla="*/ 957797 w 1835725"/>
              <a:gd name="connsiteY35" fmla="*/ 167970 h 1850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35725" h="1850365">
                <a:moveTo>
                  <a:pt x="1801138" y="1622662"/>
                </a:moveTo>
                <a:cubicBezTo>
                  <a:pt x="1822106" y="1633400"/>
                  <a:pt x="1836117" y="1655372"/>
                  <a:pt x="1835717" y="1680254"/>
                </a:cubicBezTo>
                <a:lnTo>
                  <a:pt x="1815722" y="1850365"/>
                </a:lnTo>
                <a:lnTo>
                  <a:pt x="1693039" y="1808259"/>
                </a:lnTo>
                <a:lnTo>
                  <a:pt x="1708939" y="1673301"/>
                </a:ln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wrap="square" rtlCol="0" anchor="ctr">
            <a:noAutofit/>
          </a:bodyPr>
          <a:lstStyle/>
          <a:p>
            <a:endParaRPr lang="en-US"/>
          </a:p>
        </p:txBody>
      </p:sp>
      <p:sp>
        <p:nvSpPr>
          <p:cNvPr id="57" name="Freeform: Shape 56">
            <a:extLst>
              <a:ext uri="{FF2B5EF4-FFF2-40B4-BE49-F238E27FC236}">
                <a16:creationId xmlns:a16="http://schemas.microsoft.com/office/drawing/2014/main" id="{CF5E7AE0-415D-4236-B5E6-F2FC68DB9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1302" y="6106160"/>
            <a:ext cx="1804272" cy="746882"/>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4"/>
              </a:solidFill>
            </a:endParaRPr>
          </a:p>
        </p:txBody>
      </p:sp>
      <p:sp>
        <p:nvSpPr>
          <p:cNvPr id="10" name="Textfeld 9">
            <a:extLst>
              <a:ext uri="{FF2B5EF4-FFF2-40B4-BE49-F238E27FC236}">
                <a16:creationId xmlns:a16="http://schemas.microsoft.com/office/drawing/2014/main" id="{158A5A54-4418-635A-31FA-8AB7EE95981E}"/>
              </a:ext>
            </a:extLst>
          </p:cNvPr>
          <p:cNvSpPr txBox="1"/>
          <p:nvPr/>
        </p:nvSpPr>
        <p:spPr>
          <a:xfrm>
            <a:off x="2359435" y="6038082"/>
            <a:ext cx="2413657" cy="707886"/>
          </a:xfrm>
          <a:prstGeom prst="rect">
            <a:avLst/>
          </a:prstGeom>
          <a:noFill/>
        </p:spPr>
        <p:txBody>
          <a:bodyPr wrap="square" rtlCol="0">
            <a:spAutoFit/>
          </a:bodyPr>
          <a:lstStyle/>
          <a:p>
            <a:pPr>
              <a:spcAft>
                <a:spcPts val="600"/>
              </a:spcAft>
            </a:pPr>
            <a:r>
              <a:rPr lang="de-DE" sz="4000" dirty="0"/>
              <a:t>3 EURO,-</a:t>
            </a:r>
          </a:p>
        </p:txBody>
      </p:sp>
    </p:spTree>
    <p:extLst>
      <p:ext uri="{BB962C8B-B14F-4D97-AF65-F5344CB8AC3E}">
        <p14:creationId xmlns:p14="http://schemas.microsoft.com/office/powerpoint/2010/main" val="3107412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FFB6EAD-767A-4A95-9246-C39976AD11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23FDBBDC-B749-DE6C-A943-A6A21C6EB815}"/>
              </a:ext>
            </a:extLst>
          </p:cNvPr>
          <p:cNvSpPr>
            <a:spLocks noGrp="1"/>
          </p:cNvSpPr>
          <p:nvPr>
            <p:ph type="ctrTitle"/>
          </p:nvPr>
        </p:nvSpPr>
        <p:spPr>
          <a:xfrm>
            <a:off x="6639611" y="753626"/>
            <a:ext cx="5081925" cy="3004145"/>
          </a:xfrm>
        </p:spPr>
        <p:txBody>
          <a:bodyPr>
            <a:normAutofit/>
          </a:bodyPr>
          <a:lstStyle/>
          <a:p>
            <a:r>
              <a:rPr lang="de-DE" sz="5600" dirty="0"/>
              <a:t>Papa </a:t>
            </a:r>
            <a:r>
              <a:rPr lang="de-DE" sz="5600" dirty="0" err="1"/>
              <a:t>Rellenas</a:t>
            </a:r>
            <a:r>
              <a:rPr lang="de-DE" sz="5600" dirty="0"/>
              <a:t> – mit liebe gefüllte Kartoffel </a:t>
            </a:r>
          </a:p>
        </p:txBody>
      </p:sp>
      <p:sp>
        <p:nvSpPr>
          <p:cNvPr id="3" name="Untertitel 2">
            <a:extLst>
              <a:ext uri="{FF2B5EF4-FFF2-40B4-BE49-F238E27FC236}">
                <a16:creationId xmlns:a16="http://schemas.microsoft.com/office/drawing/2014/main" id="{7C3F861A-9340-C13B-AD7D-F78D7734E182}"/>
              </a:ext>
            </a:extLst>
          </p:cNvPr>
          <p:cNvSpPr>
            <a:spLocks noGrp="1"/>
          </p:cNvSpPr>
          <p:nvPr>
            <p:ph type="subTitle" idx="1"/>
          </p:nvPr>
        </p:nvSpPr>
        <p:spPr>
          <a:xfrm>
            <a:off x="6639611" y="3849845"/>
            <a:ext cx="5081926" cy="2189214"/>
          </a:xfrm>
        </p:spPr>
        <p:txBody>
          <a:bodyPr>
            <a:normAutofit/>
          </a:bodyPr>
          <a:lstStyle/>
          <a:p>
            <a:pPr rtl="0" fontAlgn="base"/>
            <a:r>
              <a:rPr lang="de-DE" sz="1300" b="0" i="0">
                <a:effectLst/>
                <a:latin typeface="avenir-lt-w01_35-light1475496"/>
              </a:rPr>
              <a:t>Papas </a:t>
            </a:r>
            <a:r>
              <a:rPr lang="de-DE" sz="1300" b="0" i="0" err="1">
                <a:effectLst/>
                <a:latin typeface="avenir-lt-w01_35-light1475496"/>
              </a:rPr>
              <a:t>Rellenas</a:t>
            </a:r>
            <a:r>
              <a:rPr lang="de-DE" sz="1300" b="0" i="0">
                <a:effectLst/>
                <a:latin typeface="avenir-lt-w01_35-light1475496"/>
              </a:rPr>
              <a:t> werden in vielen Ländern in Lateinamerika gegessen. Sie sind auch ein sehr beliebtes Gericht in Kolumbien, wo sie mit dem typischen "</a:t>
            </a:r>
            <a:r>
              <a:rPr lang="de-DE" sz="1300" b="0" i="0" err="1">
                <a:effectLst/>
                <a:latin typeface="avenir-lt-w01_35-light1475496"/>
              </a:rPr>
              <a:t>Aji</a:t>
            </a:r>
            <a:r>
              <a:rPr lang="de-DE" sz="1300" b="0" i="0">
                <a:effectLst/>
                <a:latin typeface="avenir-lt-w01_35-light1475496"/>
              </a:rPr>
              <a:t>" gegessen werden, eine Sauce aus Tomate, Koriander und Zwiebel, die Kolumbianer zu fast allem verwenden.</a:t>
            </a:r>
          </a:p>
          <a:p>
            <a:pPr rtl="0" fontAlgn="base"/>
            <a:r>
              <a:rPr lang="de-DE" sz="1300" b="0" i="0">
                <a:effectLst/>
                <a:latin typeface="avenir-lt-w01_35-light1475496"/>
              </a:rPr>
              <a:t>Aber was sind Papas </a:t>
            </a:r>
            <a:r>
              <a:rPr lang="de-DE" sz="1300" b="0" i="0" err="1">
                <a:effectLst/>
                <a:latin typeface="avenir-lt-w01_35-light1475496"/>
              </a:rPr>
              <a:t>Rellenas</a:t>
            </a:r>
            <a:r>
              <a:rPr lang="de-DE" sz="1300" b="0" i="0">
                <a:effectLst/>
                <a:latin typeface="avenir-lt-w01_35-light1475496"/>
              </a:rPr>
              <a:t> überhaupt? Sie sind Kugel aus Kartoffelbrei, die mit Rinderhackfleisch gefüllt, in eine Mischung aus Weizenmehl eingewickelt und dann in Öl gebraten werden. In Kolumbien gibt es aber verschiedene Versionen von Papas </a:t>
            </a:r>
            <a:r>
              <a:rPr lang="de-DE" sz="1300" b="0" i="0" err="1">
                <a:effectLst/>
                <a:latin typeface="avenir-lt-w01_35-light1475496"/>
              </a:rPr>
              <a:t>Rellenas</a:t>
            </a:r>
            <a:r>
              <a:rPr lang="de-DE" sz="1300" b="0" i="0">
                <a:effectLst/>
                <a:latin typeface="avenir-lt-w01_35-light1475496"/>
              </a:rPr>
              <a:t>, die sich von Region zu Region und von Familie zu Familie unterscheiden. Zum Beispiel wird an manchen Orten der Rinderhackfleisch mit Reis gemischt. An anderen Orten wird kein Reis, sondern ein gekochtes Ei verwendet.</a:t>
            </a:r>
          </a:p>
          <a:p>
            <a:endParaRPr lang="de-DE" sz="1300"/>
          </a:p>
        </p:txBody>
      </p:sp>
      <p:pic>
        <p:nvPicPr>
          <p:cNvPr id="7" name="Grafik 6" descr="Ein Bild, das Essen, Teller, Obst, Kunststoff enthält.&#10;&#10;Automatisch generierte Beschreibung">
            <a:extLst>
              <a:ext uri="{FF2B5EF4-FFF2-40B4-BE49-F238E27FC236}">
                <a16:creationId xmlns:a16="http://schemas.microsoft.com/office/drawing/2014/main" id="{D81AE1C3-E8F2-2D3B-0341-AC3FF606F0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
            <a:ext cx="3898354" cy="2346961"/>
          </a:xfrm>
          <a:custGeom>
            <a:avLst/>
            <a:gdLst/>
            <a:ahLst/>
            <a:cxnLst/>
            <a:rect l="l" t="t" r="r" b="b"/>
            <a:pathLst>
              <a:path w="1964763" h="1856167">
                <a:moveTo>
                  <a:pt x="34265" y="0"/>
                </a:moveTo>
                <a:lnTo>
                  <a:pt x="1930498" y="0"/>
                </a:lnTo>
                <a:cubicBezTo>
                  <a:pt x="1949422" y="0"/>
                  <a:pt x="1964763" y="15341"/>
                  <a:pt x="1964763" y="34265"/>
                </a:cubicBezTo>
                <a:lnTo>
                  <a:pt x="1964763" y="1821902"/>
                </a:lnTo>
                <a:cubicBezTo>
                  <a:pt x="1964763" y="1840826"/>
                  <a:pt x="1949422" y="1856167"/>
                  <a:pt x="1930498" y="1856167"/>
                </a:cubicBezTo>
                <a:lnTo>
                  <a:pt x="34265" y="1856167"/>
                </a:lnTo>
                <a:cubicBezTo>
                  <a:pt x="15341" y="1856167"/>
                  <a:pt x="0" y="1840826"/>
                  <a:pt x="0" y="1821902"/>
                </a:cubicBezTo>
                <a:lnTo>
                  <a:pt x="0" y="34265"/>
                </a:lnTo>
                <a:cubicBezTo>
                  <a:pt x="0" y="15341"/>
                  <a:pt x="15341" y="0"/>
                  <a:pt x="34265" y="0"/>
                </a:cubicBezTo>
                <a:close/>
              </a:path>
            </a:pathLst>
          </a:custGeom>
        </p:spPr>
      </p:pic>
      <p:sp>
        <p:nvSpPr>
          <p:cNvPr id="16" name="Freeform: Shape 15">
            <a:extLst>
              <a:ext uri="{FF2B5EF4-FFF2-40B4-BE49-F238E27FC236}">
                <a16:creationId xmlns:a16="http://schemas.microsoft.com/office/drawing/2014/main" id="{07062BB1-E215-424E-80C4-7E1CF179A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0301"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B368E167-B2D7-4904-BB6B-AE0486A2C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295758"/>
            <a:ext cx="1261243" cy="1648694"/>
          </a:xfrm>
          <a:custGeom>
            <a:avLst/>
            <a:gdLst>
              <a:gd name="connsiteX0" fmla="*/ 824347 w 1261243"/>
              <a:gd name="connsiteY0" fmla="*/ 0 h 1648694"/>
              <a:gd name="connsiteX1" fmla="*/ 1145220 w 1261243"/>
              <a:gd name="connsiteY1" fmla="*/ 64781 h 1648694"/>
              <a:gd name="connsiteX2" fmla="*/ 1261243 w 1261243"/>
              <a:gd name="connsiteY2" fmla="*/ 127757 h 1648694"/>
              <a:gd name="connsiteX3" fmla="*/ 1261243 w 1261243"/>
              <a:gd name="connsiteY3" fmla="*/ 1520938 h 1648694"/>
              <a:gd name="connsiteX4" fmla="*/ 1145220 w 1261243"/>
              <a:gd name="connsiteY4" fmla="*/ 1583913 h 1648694"/>
              <a:gd name="connsiteX5" fmla="*/ 824347 w 1261243"/>
              <a:gd name="connsiteY5" fmla="*/ 1648694 h 1648694"/>
              <a:gd name="connsiteX6" fmla="*/ 0 w 1261243"/>
              <a:gd name="connsiteY6" fmla="*/ 824347 h 1648694"/>
              <a:gd name="connsiteX7" fmla="*/ 824347 w 1261243"/>
              <a:gd name="connsiteY7" fmla="*/ 0 h 1648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1243" h="1648694">
                <a:moveTo>
                  <a:pt x="824347" y="0"/>
                </a:moveTo>
                <a:cubicBezTo>
                  <a:pt x="938165" y="0"/>
                  <a:pt x="1046596" y="23067"/>
                  <a:pt x="1145220" y="64781"/>
                </a:cubicBezTo>
                <a:lnTo>
                  <a:pt x="1261243" y="127757"/>
                </a:lnTo>
                <a:lnTo>
                  <a:pt x="1261243" y="1520938"/>
                </a:lnTo>
                <a:lnTo>
                  <a:pt x="1145220" y="1583913"/>
                </a:lnTo>
                <a:cubicBezTo>
                  <a:pt x="1046596" y="1625627"/>
                  <a:pt x="938165" y="1648694"/>
                  <a:pt x="824347" y="1648694"/>
                </a:cubicBezTo>
                <a:cubicBezTo>
                  <a:pt x="369073" y="1648694"/>
                  <a:pt x="0" y="1279621"/>
                  <a:pt x="0" y="824347"/>
                </a:cubicBezTo>
                <a:cubicBezTo>
                  <a:pt x="0" y="369073"/>
                  <a:pt x="369073" y="0"/>
                  <a:pt x="824347" y="0"/>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6FD0FBFA-B43E-40C1-A6E4-B88234171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112432" y="4748447"/>
            <a:ext cx="569514" cy="569514"/>
          </a:xfrm>
          <a:prstGeom prst="ellipse">
            <a:avLst/>
          </a:prstGeom>
          <a:noFill/>
          <a:ln w="127000">
            <a:solidFill>
              <a:schemeClr val="accent5">
                <a:alpha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fik 8">
            <a:extLst>
              <a:ext uri="{FF2B5EF4-FFF2-40B4-BE49-F238E27FC236}">
                <a16:creationId xmlns:a16="http://schemas.microsoft.com/office/drawing/2014/main" id="{37090E89-3728-F232-2B8E-A891DD40F557}"/>
              </a:ext>
            </a:extLst>
          </p:cNvPr>
          <p:cNvPicPr>
            <a:picLocks noChangeAspect="1"/>
          </p:cNvPicPr>
          <p:nvPr/>
        </p:nvPicPr>
        <p:blipFill rotWithShape="1">
          <a:blip r:embed="rId3">
            <a:extLst>
              <a:ext uri="{28A0092B-C50C-407E-A947-70E740481C1C}">
                <a14:useLocalDpi xmlns:a14="http://schemas.microsoft.com/office/drawing/2010/main" val="0"/>
              </a:ext>
            </a:extLst>
          </a:blip>
          <a:srcRect l="20779" t="10153" r="21007" b="8270"/>
          <a:stretch/>
        </p:blipFill>
        <p:spPr>
          <a:xfrm>
            <a:off x="3058276" y="2468175"/>
            <a:ext cx="2494114" cy="2565029"/>
          </a:xfrm>
          <a:custGeom>
            <a:avLst/>
            <a:gdLst/>
            <a:ahLst/>
            <a:cxnLst/>
            <a:rect l="l" t="t" r="r" b="b"/>
            <a:pathLst>
              <a:path w="1964763" h="1856167">
                <a:moveTo>
                  <a:pt x="34265" y="0"/>
                </a:moveTo>
                <a:lnTo>
                  <a:pt x="1930498" y="0"/>
                </a:lnTo>
                <a:cubicBezTo>
                  <a:pt x="1949422" y="0"/>
                  <a:pt x="1964763" y="15341"/>
                  <a:pt x="1964763" y="34265"/>
                </a:cubicBezTo>
                <a:lnTo>
                  <a:pt x="1964763" y="1821902"/>
                </a:lnTo>
                <a:cubicBezTo>
                  <a:pt x="1964763" y="1840826"/>
                  <a:pt x="1949422" y="1856167"/>
                  <a:pt x="1930498" y="1856167"/>
                </a:cubicBezTo>
                <a:lnTo>
                  <a:pt x="34265" y="1856167"/>
                </a:lnTo>
                <a:cubicBezTo>
                  <a:pt x="15341" y="1856167"/>
                  <a:pt x="0" y="1840826"/>
                  <a:pt x="0" y="1821902"/>
                </a:cubicBezTo>
                <a:lnTo>
                  <a:pt x="0" y="34265"/>
                </a:lnTo>
                <a:cubicBezTo>
                  <a:pt x="0" y="15341"/>
                  <a:pt x="15341" y="0"/>
                  <a:pt x="34265" y="0"/>
                </a:cubicBezTo>
                <a:close/>
              </a:path>
            </a:pathLst>
          </a:custGeom>
        </p:spPr>
      </p:pic>
      <p:sp>
        <p:nvSpPr>
          <p:cNvPr id="22" name="Freeform: Shape 21">
            <a:extLst>
              <a:ext uri="{FF2B5EF4-FFF2-40B4-BE49-F238E27FC236}">
                <a16:creationId xmlns:a16="http://schemas.microsoft.com/office/drawing/2014/main" id="{70A21480-D93D-46BE-9A94-B5A80469D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3E49524-66B4-4DB0-AD09-DC8B9874E1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98354" y="6039059"/>
            <a:ext cx="1978348" cy="818941"/>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Shape 25">
            <a:extLst>
              <a:ext uri="{FF2B5EF4-FFF2-40B4-BE49-F238E27FC236}">
                <a16:creationId xmlns:a16="http://schemas.microsoft.com/office/drawing/2014/main" id="{E5EBF8F5-ABE5-4029-A8FC-4E32622D7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136562" flipH="1">
            <a:off x="3441866" y="5166681"/>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10" name="Textfeld 9">
            <a:extLst>
              <a:ext uri="{FF2B5EF4-FFF2-40B4-BE49-F238E27FC236}">
                <a16:creationId xmlns:a16="http://schemas.microsoft.com/office/drawing/2014/main" id="{39C84A36-9D31-8267-1ECA-96E2020D96AA}"/>
              </a:ext>
            </a:extLst>
          </p:cNvPr>
          <p:cNvSpPr txBox="1"/>
          <p:nvPr/>
        </p:nvSpPr>
        <p:spPr>
          <a:xfrm>
            <a:off x="8312564" y="276831"/>
            <a:ext cx="2637606" cy="769441"/>
          </a:xfrm>
          <a:prstGeom prst="rect">
            <a:avLst/>
          </a:prstGeom>
          <a:noFill/>
        </p:spPr>
        <p:txBody>
          <a:bodyPr wrap="square" rtlCol="0">
            <a:spAutoFit/>
          </a:bodyPr>
          <a:lstStyle/>
          <a:p>
            <a:r>
              <a:rPr lang="de-DE" sz="4400" dirty="0"/>
              <a:t>5 Euro,-</a:t>
            </a:r>
          </a:p>
        </p:txBody>
      </p:sp>
    </p:spTree>
    <p:extLst>
      <p:ext uri="{BB962C8B-B14F-4D97-AF65-F5344CB8AC3E}">
        <p14:creationId xmlns:p14="http://schemas.microsoft.com/office/powerpoint/2010/main" val="2682765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FFB6EAD-767A-4A95-9246-C39976AD11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00E4A64C-BC30-4A3A-840D-8A87C5EDD9B8}"/>
              </a:ext>
            </a:extLst>
          </p:cNvPr>
          <p:cNvSpPr>
            <a:spLocks noGrp="1"/>
          </p:cNvSpPr>
          <p:nvPr>
            <p:ph type="ctrTitle"/>
          </p:nvPr>
        </p:nvSpPr>
        <p:spPr>
          <a:xfrm>
            <a:off x="6027249" y="753626"/>
            <a:ext cx="5694287" cy="3004145"/>
          </a:xfrm>
        </p:spPr>
        <p:txBody>
          <a:bodyPr>
            <a:normAutofit/>
          </a:bodyPr>
          <a:lstStyle/>
          <a:p>
            <a:r>
              <a:rPr lang="de-DE" dirty="0" err="1"/>
              <a:t>Arepas</a:t>
            </a:r>
            <a:r>
              <a:rPr lang="de-DE" dirty="0"/>
              <a:t> de </a:t>
            </a:r>
            <a:r>
              <a:rPr lang="de-DE" dirty="0" err="1"/>
              <a:t>Huevo</a:t>
            </a:r>
            <a:r>
              <a:rPr lang="de-DE" dirty="0"/>
              <a:t> – Die Ei Überraschung </a:t>
            </a:r>
          </a:p>
        </p:txBody>
      </p:sp>
      <p:sp>
        <p:nvSpPr>
          <p:cNvPr id="3" name="Untertitel 2">
            <a:extLst>
              <a:ext uri="{FF2B5EF4-FFF2-40B4-BE49-F238E27FC236}">
                <a16:creationId xmlns:a16="http://schemas.microsoft.com/office/drawing/2014/main" id="{6B98D60C-C146-BC4C-6A60-FAF9991B9DA2}"/>
              </a:ext>
            </a:extLst>
          </p:cNvPr>
          <p:cNvSpPr>
            <a:spLocks noGrp="1"/>
          </p:cNvSpPr>
          <p:nvPr>
            <p:ph type="subTitle" idx="1"/>
          </p:nvPr>
        </p:nvSpPr>
        <p:spPr>
          <a:xfrm>
            <a:off x="6639611" y="3849845"/>
            <a:ext cx="5081926" cy="2189214"/>
          </a:xfrm>
        </p:spPr>
        <p:txBody>
          <a:bodyPr>
            <a:normAutofit/>
          </a:bodyPr>
          <a:lstStyle/>
          <a:p>
            <a:pPr rtl="0" fontAlgn="base"/>
            <a:r>
              <a:rPr lang="de-DE" sz="2000" b="0" i="0" dirty="0" err="1">
                <a:effectLst/>
                <a:latin typeface="avenir-lt-w01_35-light1475496"/>
              </a:rPr>
              <a:t>Arepa</a:t>
            </a:r>
            <a:r>
              <a:rPr lang="de-DE" sz="2000" b="0" i="0" dirty="0">
                <a:effectLst/>
                <a:latin typeface="avenir-lt-w01_35-light1475496"/>
              </a:rPr>
              <a:t> de </a:t>
            </a:r>
            <a:r>
              <a:rPr lang="de-DE" sz="2000" b="0" i="0" dirty="0" err="1">
                <a:effectLst/>
                <a:latin typeface="avenir-lt-w01_35-light1475496"/>
              </a:rPr>
              <a:t>Huevo</a:t>
            </a:r>
            <a:r>
              <a:rPr lang="de-DE" sz="2000" b="0" i="0" dirty="0">
                <a:effectLst/>
                <a:latin typeface="avenir-lt-w01_35-light1475496"/>
              </a:rPr>
              <a:t> ist ein typisches Gericht aus Kolumbiens, wo sie als Street-Food verkauft sind. Diese </a:t>
            </a:r>
            <a:r>
              <a:rPr lang="de-DE" sz="2000" b="0" i="0" dirty="0" err="1">
                <a:effectLst/>
                <a:latin typeface="avenir-lt-w01_35-light1475496"/>
              </a:rPr>
              <a:t>Arepas</a:t>
            </a:r>
            <a:r>
              <a:rPr lang="de-DE" sz="2000" b="0" i="0" dirty="0">
                <a:effectLst/>
                <a:latin typeface="avenir-lt-w01_35-light1475496"/>
              </a:rPr>
              <a:t> werden zum Beispiel zum Frühstück mit einem guten kolumbianischen Kaffee gegessen. </a:t>
            </a:r>
          </a:p>
          <a:p>
            <a:pPr rtl="0" fontAlgn="base"/>
            <a:r>
              <a:rPr lang="de-DE" sz="2000" b="0" i="0" dirty="0">
                <a:effectLst/>
                <a:latin typeface="avenir-lt-w01_35-light1475496"/>
              </a:rPr>
              <a:t>Dieses Rezept ist auch cool in der Zubereitung und das Ergebnis ist einfach LECKER. </a:t>
            </a:r>
          </a:p>
          <a:p>
            <a:endParaRPr lang="de-DE" sz="2000" dirty="0"/>
          </a:p>
        </p:txBody>
      </p:sp>
      <p:pic>
        <p:nvPicPr>
          <p:cNvPr id="5" name="Grafik 4" descr="Ein Bild, das Text, ClipArt enthält.&#10;&#10;Automatisch generierte Beschreibung">
            <a:extLst>
              <a:ext uri="{FF2B5EF4-FFF2-40B4-BE49-F238E27FC236}">
                <a16:creationId xmlns:a16="http://schemas.microsoft.com/office/drawing/2014/main" id="{EA28437B-8ABD-5C8E-B42D-D5B0C9E7DE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3046" y="2755413"/>
            <a:ext cx="3986565" cy="1933484"/>
          </a:xfrm>
          <a:custGeom>
            <a:avLst/>
            <a:gdLst/>
            <a:ahLst/>
            <a:cxnLst/>
            <a:rect l="l" t="t" r="r" b="b"/>
            <a:pathLst>
              <a:path w="1964763" h="1856167">
                <a:moveTo>
                  <a:pt x="34265" y="0"/>
                </a:moveTo>
                <a:lnTo>
                  <a:pt x="1930498" y="0"/>
                </a:lnTo>
                <a:cubicBezTo>
                  <a:pt x="1949422" y="0"/>
                  <a:pt x="1964763" y="15341"/>
                  <a:pt x="1964763" y="34265"/>
                </a:cubicBezTo>
                <a:lnTo>
                  <a:pt x="1964763" y="1821902"/>
                </a:lnTo>
                <a:cubicBezTo>
                  <a:pt x="1964763" y="1840826"/>
                  <a:pt x="1949422" y="1856167"/>
                  <a:pt x="1930498" y="1856167"/>
                </a:cubicBezTo>
                <a:lnTo>
                  <a:pt x="34265" y="1856167"/>
                </a:lnTo>
                <a:cubicBezTo>
                  <a:pt x="15341" y="1856167"/>
                  <a:pt x="0" y="1840826"/>
                  <a:pt x="0" y="1821902"/>
                </a:cubicBezTo>
                <a:lnTo>
                  <a:pt x="0" y="34265"/>
                </a:lnTo>
                <a:cubicBezTo>
                  <a:pt x="0" y="15341"/>
                  <a:pt x="15341" y="0"/>
                  <a:pt x="34265" y="0"/>
                </a:cubicBezTo>
                <a:close/>
              </a:path>
            </a:pathLst>
          </a:custGeom>
        </p:spPr>
      </p:pic>
      <p:sp>
        <p:nvSpPr>
          <p:cNvPr id="14" name="Freeform: Shape 13">
            <a:extLst>
              <a:ext uri="{FF2B5EF4-FFF2-40B4-BE49-F238E27FC236}">
                <a16:creationId xmlns:a16="http://schemas.microsoft.com/office/drawing/2014/main" id="{07062BB1-E215-424E-80C4-7E1CF179A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0301"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B368E167-B2D7-4904-BB6B-AE0486A2C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295758"/>
            <a:ext cx="1261243" cy="1648694"/>
          </a:xfrm>
          <a:custGeom>
            <a:avLst/>
            <a:gdLst>
              <a:gd name="connsiteX0" fmla="*/ 824347 w 1261243"/>
              <a:gd name="connsiteY0" fmla="*/ 0 h 1648694"/>
              <a:gd name="connsiteX1" fmla="*/ 1145220 w 1261243"/>
              <a:gd name="connsiteY1" fmla="*/ 64781 h 1648694"/>
              <a:gd name="connsiteX2" fmla="*/ 1261243 w 1261243"/>
              <a:gd name="connsiteY2" fmla="*/ 127757 h 1648694"/>
              <a:gd name="connsiteX3" fmla="*/ 1261243 w 1261243"/>
              <a:gd name="connsiteY3" fmla="*/ 1520938 h 1648694"/>
              <a:gd name="connsiteX4" fmla="*/ 1145220 w 1261243"/>
              <a:gd name="connsiteY4" fmla="*/ 1583913 h 1648694"/>
              <a:gd name="connsiteX5" fmla="*/ 824347 w 1261243"/>
              <a:gd name="connsiteY5" fmla="*/ 1648694 h 1648694"/>
              <a:gd name="connsiteX6" fmla="*/ 0 w 1261243"/>
              <a:gd name="connsiteY6" fmla="*/ 824347 h 1648694"/>
              <a:gd name="connsiteX7" fmla="*/ 824347 w 1261243"/>
              <a:gd name="connsiteY7" fmla="*/ 0 h 1648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1243" h="1648694">
                <a:moveTo>
                  <a:pt x="824347" y="0"/>
                </a:moveTo>
                <a:cubicBezTo>
                  <a:pt x="938165" y="0"/>
                  <a:pt x="1046596" y="23067"/>
                  <a:pt x="1145220" y="64781"/>
                </a:cubicBezTo>
                <a:lnTo>
                  <a:pt x="1261243" y="127757"/>
                </a:lnTo>
                <a:lnTo>
                  <a:pt x="1261243" y="1520938"/>
                </a:lnTo>
                <a:lnTo>
                  <a:pt x="1145220" y="1583913"/>
                </a:lnTo>
                <a:cubicBezTo>
                  <a:pt x="1046596" y="1625627"/>
                  <a:pt x="938165" y="1648694"/>
                  <a:pt x="824347" y="1648694"/>
                </a:cubicBezTo>
                <a:cubicBezTo>
                  <a:pt x="369073" y="1648694"/>
                  <a:pt x="0" y="1279621"/>
                  <a:pt x="0" y="824347"/>
                </a:cubicBezTo>
                <a:cubicBezTo>
                  <a:pt x="0" y="369073"/>
                  <a:pt x="369073" y="0"/>
                  <a:pt x="824347" y="0"/>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6FD0FBFA-B43E-40C1-A6E4-B88234171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112432" y="4748447"/>
            <a:ext cx="569514" cy="569514"/>
          </a:xfrm>
          <a:prstGeom prst="ellipse">
            <a:avLst/>
          </a:prstGeom>
          <a:noFill/>
          <a:ln w="127000">
            <a:solidFill>
              <a:schemeClr val="accent5">
                <a:alpha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fik 6">
            <a:extLst>
              <a:ext uri="{FF2B5EF4-FFF2-40B4-BE49-F238E27FC236}">
                <a16:creationId xmlns:a16="http://schemas.microsoft.com/office/drawing/2014/main" id="{434FF528-6B47-35A2-550D-3A6E3564A9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152" y="99546"/>
            <a:ext cx="2731099" cy="3251149"/>
          </a:xfrm>
          <a:prstGeom prst="ellipse">
            <a:avLst/>
          </a:prstGeom>
        </p:spPr>
      </p:pic>
      <p:sp>
        <p:nvSpPr>
          <p:cNvPr id="20" name="Freeform: Shape 19">
            <a:extLst>
              <a:ext uri="{FF2B5EF4-FFF2-40B4-BE49-F238E27FC236}">
                <a16:creationId xmlns:a16="http://schemas.microsoft.com/office/drawing/2014/main" id="{70A21480-D93D-46BE-9A94-B5A80469D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3E49524-66B4-4DB0-AD09-DC8B9874E1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98354" y="6039059"/>
            <a:ext cx="1978348" cy="818941"/>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E5EBF8F5-ABE5-4029-A8FC-4E32622D7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136562" flipH="1">
            <a:off x="3441866" y="5166681"/>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8" name="Textfeld 7">
            <a:extLst>
              <a:ext uri="{FF2B5EF4-FFF2-40B4-BE49-F238E27FC236}">
                <a16:creationId xmlns:a16="http://schemas.microsoft.com/office/drawing/2014/main" id="{9052A34D-1E1A-223A-61A3-135ED052E7CC}"/>
              </a:ext>
            </a:extLst>
          </p:cNvPr>
          <p:cNvSpPr txBox="1"/>
          <p:nvPr/>
        </p:nvSpPr>
        <p:spPr>
          <a:xfrm>
            <a:off x="8473440" y="353646"/>
            <a:ext cx="2790663" cy="707886"/>
          </a:xfrm>
          <a:prstGeom prst="rect">
            <a:avLst/>
          </a:prstGeom>
          <a:noFill/>
        </p:spPr>
        <p:txBody>
          <a:bodyPr wrap="square" rtlCol="0">
            <a:spAutoFit/>
          </a:bodyPr>
          <a:lstStyle/>
          <a:p>
            <a:r>
              <a:rPr lang="de-DE" sz="4000" dirty="0"/>
              <a:t>5 Euro,-</a:t>
            </a:r>
          </a:p>
        </p:txBody>
      </p:sp>
      <p:pic>
        <p:nvPicPr>
          <p:cNvPr id="10" name="Grafik 9">
            <a:extLst>
              <a:ext uri="{FF2B5EF4-FFF2-40B4-BE49-F238E27FC236}">
                <a16:creationId xmlns:a16="http://schemas.microsoft.com/office/drawing/2014/main" id="{B4342437-4FE5-D0E4-22C9-6362DE89F1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909210">
            <a:off x="10099040" y="1995939"/>
            <a:ext cx="949740" cy="949740"/>
          </a:xfrm>
          <a:prstGeom prst="rect">
            <a:avLst/>
          </a:prstGeom>
        </p:spPr>
      </p:pic>
    </p:spTree>
    <p:extLst>
      <p:ext uri="{BB962C8B-B14F-4D97-AF65-F5344CB8AC3E}">
        <p14:creationId xmlns:p14="http://schemas.microsoft.com/office/powerpoint/2010/main" val="357093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34">
            <a:extLst>
              <a:ext uri="{FF2B5EF4-FFF2-40B4-BE49-F238E27FC236}">
                <a16:creationId xmlns:a16="http://schemas.microsoft.com/office/drawing/2014/main" id="{EF8C1CD2-E59C-42CC-91D0-39F8E0CF16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49752536-723F-2084-7530-677DE82636D1}"/>
              </a:ext>
            </a:extLst>
          </p:cNvPr>
          <p:cNvSpPr>
            <a:spLocks noGrp="1"/>
          </p:cNvSpPr>
          <p:nvPr>
            <p:ph type="ctrTitle"/>
          </p:nvPr>
        </p:nvSpPr>
        <p:spPr>
          <a:xfrm>
            <a:off x="643466" y="753626"/>
            <a:ext cx="5081925" cy="3004145"/>
          </a:xfrm>
        </p:spPr>
        <p:txBody>
          <a:bodyPr vert="horz" lIns="91440" tIns="45720" rIns="91440" bIns="45720" rtlCol="0" anchor="b">
            <a:normAutofit/>
          </a:bodyPr>
          <a:lstStyle/>
          <a:p>
            <a:r>
              <a:rPr lang="en-US"/>
              <a:t>Chicharon – Knusprige Köstlichkeit</a:t>
            </a:r>
          </a:p>
        </p:txBody>
      </p:sp>
      <p:sp>
        <p:nvSpPr>
          <p:cNvPr id="3" name="Untertitel 2">
            <a:extLst>
              <a:ext uri="{FF2B5EF4-FFF2-40B4-BE49-F238E27FC236}">
                <a16:creationId xmlns:a16="http://schemas.microsoft.com/office/drawing/2014/main" id="{CB2F8186-409D-FE5C-1CCF-94F31E13739B}"/>
              </a:ext>
            </a:extLst>
          </p:cNvPr>
          <p:cNvSpPr>
            <a:spLocks noGrp="1"/>
          </p:cNvSpPr>
          <p:nvPr>
            <p:ph type="subTitle" idx="1"/>
          </p:nvPr>
        </p:nvSpPr>
        <p:spPr>
          <a:xfrm>
            <a:off x="643466" y="3849845"/>
            <a:ext cx="5081926" cy="2189214"/>
          </a:xfrm>
        </p:spPr>
        <p:txBody>
          <a:bodyPr vert="horz" lIns="91440" tIns="45720" rIns="91440" bIns="45720" rtlCol="0">
            <a:normAutofit/>
          </a:bodyPr>
          <a:lstStyle/>
          <a:p>
            <a:r>
              <a:rPr lang="en-US" sz="1500"/>
              <a:t>Chicharrón wird aus frittierter Schweinehaut mit Fleisch zubereitet, kann aber auch aus Hühnerhaut hergestellt werden. An der Karibikküste wird es zusammen mit Bollo de Yuca, Bollo Limpio oder gekochter Yuca zum Frühstück zu Hause oder zu jeder Tageszeit in Restaurants gegessen. Es wird gehackt als Füllung in Arepas gegessen. In Córdoba wird es auch in Sancocho zubereitet. Es ist auch Teil von Bandeja Paisa, einem typischen Gericht von Antioquia.</a:t>
            </a:r>
          </a:p>
        </p:txBody>
      </p:sp>
      <p:sp>
        <p:nvSpPr>
          <p:cNvPr id="50" name="Freeform: Shape 36">
            <a:extLst>
              <a:ext uri="{FF2B5EF4-FFF2-40B4-BE49-F238E27FC236}">
                <a16:creationId xmlns:a16="http://schemas.microsoft.com/office/drawing/2014/main" id="{07062BB1-E215-424E-80C4-7E1CF179A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6092" y="0"/>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pic>
        <p:nvPicPr>
          <p:cNvPr id="46" name="Grafik 45" descr="Ein Bild, das Mahlzeit, Fleisch enthält.&#10;&#10;Automatisch generierte Beschreibung">
            <a:extLst>
              <a:ext uri="{FF2B5EF4-FFF2-40B4-BE49-F238E27FC236}">
                <a16:creationId xmlns:a16="http://schemas.microsoft.com/office/drawing/2014/main" id="{B94807A4-662C-0D7B-B758-10D901759174}"/>
              </a:ext>
            </a:extLst>
          </p:cNvPr>
          <p:cNvPicPr>
            <a:picLocks noChangeAspect="1"/>
          </p:cNvPicPr>
          <p:nvPr/>
        </p:nvPicPr>
        <p:blipFill rotWithShape="1">
          <a:blip r:embed="rId2">
            <a:extLst>
              <a:ext uri="{28A0092B-C50C-407E-A947-70E740481C1C}">
                <a14:useLocalDpi xmlns:a14="http://schemas.microsoft.com/office/drawing/2010/main" val="0"/>
              </a:ext>
            </a:extLst>
          </a:blip>
          <a:srcRect l="28913" t="11460" r="20084" b="13315"/>
          <a:stretch/>
        </p:blipFill>
        <p:spPr>
          <a:xfrm>
            <a:off x="5847827" y="2049405"/>
            <a:ext cx="3340649" cy="2759189"/>
          </a:xfrm>
          <a:custGeom>
            <a:avLst/>
            <a:gdLst>
              <a:gd name="connsiteX0" fmla="*/ 1663430 w 3326860"/>
              <a:gd name="connsiteY0" fmla="*/ 0 h 2747800"/>
              <a:gd name="connsiteX1" fmla="*/ 3326860 w 3326860"/>
              <a:gd name="connsiteY1" fmla="*/ 1373900 h 2747800"/>
              <a:gd name="connsiteX2" fmla="*/ 1663430 w 3326860"/>
              <a:gd name="connsiteY2" fmla="*/ 2747800 h 2747800"/>
              <a:gd name="connsiteX3" fmla="*/ 0 w 3326860"/>
              <a:gd name="connsiteY3" fmla="*/ 1373900 h 2747800"/>
              <a:gd name="connsiteX4" fmla="*/ 1663430 w 3326860"/>
              <a:gd name="connsiteY4" fmla="*/ 0 h 27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6860" h="2747800">
                <a:moveTo>
                  <a:pt x="1663430" y="0"/>
                </a:moveTo>
                <a:cubicBezTo>
                  <a:pt x="2582117" y="0"/>
                  <a:pt x="3326860" y="615116"/>
                  <a:pt x="3326860" y="1373900"/>
                </a:cubicBezTo>
                <a:cubicBezTo>
                  <a:pt x="3326860" y="2132684"/>
                  <a:pt x="2582117" y="2747800"/>
                  <a:pt x="1663430" y="2747800"/>
                </a:cubicBezTo>
                <a:cubicBezTo>
                  <a:pt x="744743" y="2747800"/>
                  <a:pt x="0" y="2132684"/>
                  <a:pt x="0" y="1373900"/>
                </a:cubicBezTo>
                <a:cubicBezTo>
                  <a:pt x="0" y="615116"/>
                  <a:pt x="744743" y="0"/>
                  <a:pt x="1663430" y="0"/>
                </a:cubicBezTo>
                <a:close/>
              </a:path>
            </a:pathLst>
          </a:custGeom>
        </p:spPr>
      </p:pic>
      <p:pic>
        <p:nvPicPr>
          <p:cNvPr id="48" name="Grafik 47">
            <a:extLst>
              <a:ext uri="{FF2B5EF4-FFF2-40B4-BE49-F238E27FC236}">
                <a16:creationId xmlns:a16="http://schemas.microsoft.com/office/drawing/2014/main" id="{91187C11-ABAE-9DB5-9B0A-9F540A42AD42}"/>
              </a:ext>
            </a:extLst>
          </p:cNvPr>
          <p:cNvPicPr>
            <a:picLocks noChangeAspect="1"/>
          </p:cNvPicPr>
          <p:nvPr/>
        </p:nvPicPr>
        <p:blipFill rotWithShape="1">
          <a:blip r:embed="rId3">
            <a:extLst>
              <a:ext uri="{28A0092B-C50C-407E-A947-70E740481C1C}">
                <a14:useLocalDpi xmlns:a14="http://schemas.microsoft.com/office/drawing/2010/main" val="0"/>
              </a:ext>
            </a:extLst>
          </a:blip>
          <a:srcRect l="9321" t="13809" r="2" b="1393"/>
          <a:stretch/>
        </p:blipFill>
        <p:spPr>
          <a:xfrm>
            <a:off x="8381075" y="7688"/>
            <a:ext cx="3807879" cy="2369669"/>
          </a:xfrm>
          <a:custGeom>
            <a:avLst/>
            <a:gdLst>
              <a:gd name="connsiteX0" fmla="*/ 344483 w 3807879"/>
              <a:gd name="connsiteY0" fmla="*/ 0 h 2369669"/>
              <a:gd name="connsiteX1" fmla="*/ 3734644 w 3807879"/>
              <a:gd name="connsiteY1" fmla="*/ 0 h 2369669"/>
              <a:gd name="connsiteX2" fmla="*/ 3807879 w 3807879"/>
              <a:gd name="connsiteY2" fmla="*/ 44462 h 2369669"/>
              <a:gd name="connsiteX3" fmla="*/ 3807879 w 3807879"/>
              <a:gd name="connsiteY3" fmla="*/ 1787163 h 2369669"/>
              <a:gd name="connsiteX4" fmla="*/ 3783095 w 3807879"/>
              <a:gd name="connsiteY4" fmla="*/ 1810992 h 2369669"/>
              <a:gd name="connsiteX5" fmla="*/ 2135353 w 3807879"/>
              <a:gd name="connsiteY5" fmla="*/ 2369669 h 2369669"/>
              <a:gd name="connsiteX6" fmla="*/ 0 w 3807879"/>
              <a:gd name="connsiteY6" fmla="*/ 834449 h 2369669"/>
              <a:gd name="connsiteX7" fmla="*/ 257726 w 3807879"/>
              <a:gd name="connsiteY7" fmla="*/ 102672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7879" h="2369669">
                <a:moveTo>
                  <a:pt x="344483" y="0"/>
                </a:moveTo>
                <a:lnTo>
                  <a:pt x="3734644" y="0"/>
                </a:lnTo>
                <a:cubicBezTo>
                  <a:pt x="3775090" y="0"/>
                  <a:pt x="3807879" y="19906"/>
                  <a:pt x="3807879" y="44462"/>
                </a:cubicBezTo>
                <a:lnTo>
                  <a:pt x="3807879" y="1787163"/>
                </a:lnTo>
                <a:lnTo>
                  <a:pt x="3783095" y="1810992"/>
                </a:lnTo>
                <a:cubicBezTo>
                  <a:pt x="3391440" y="2152190"/>
                  <a:pt x="2798722" y="2369669"/>
                  <a:pt x="2135353" y="2369669"/>
                </a:cubicBezTo>
                <a:cubicBezTo>
                  <a:pt x="956030" y="2369669"/>
                  <a:pt x="0" y="1682328"/>
                  <a:pt x="0" y="834449"/>
                </a:cubicBezTo>
                <a:cubicBezTo>
                  <a:pt x="0" y="569487"/>
                  <a:pt x="93362" y="320202"/>
                  <a:pt x="257726" y="102672"/>
                </a:cubicBezTo>
                <a:close/>
              </a:path>
            </a:pathLst>
          </a:custGeom>
        </p:spPr>
      </p:pic>
      <p:sp>
        <p:nvSpPr>
          <p:cNvPr id="51" name="Oval 38">
            <a:extLst>
              <a:ext uri="{FF2B5EF4-FFF2-40B4-BE49-F238E27FC236}">
                <a16:creationId xmlns:a16="http://schemas.microsoft.com/office/drawing/2014/main" id="{6FD0FBFA-B43E-40C1-A6E4-B88234171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23287" y="3391544"/>
            <a:ext cx="569514" cy="569514"/>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40">
            <a:extLst>
              <a:ext uri="{FF2B5EF4-FFF2-40B4-BE49-F238E27FC236}">
                <a16:creationId xmlns:a16="http://schemas.microsoft.com/office/drawing/2014/main" id="{B368E167-B2D7-4904-BB6B-AE0486A2C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62258" y="2429507"/>
            <a:ext cx="1029742" cy="1346076"/>
          </a:xfrm>
          <a:custGeom>
            <a:avLst/>
            <a:gdLst>
              <a:gd name="connsiteX0" fmla="*/ 824347 w 1261243"/>
              <a:gd name="connsiteY0" fmla="*/ 0 h 1648694"/>
              <a:gd name="connsiteX1" fmla="*/ 1145220 w 1261243"/>
              <a:gd name="connsiteY1" fmla="*/ 64781 h 1648694"/>
              <a:gd name="connsiteX2" fmla="*/ 1261243 w 1261243"/>
              <a:gd name="connsiteY2" fmla="*/ 127757 h 1648694"/>
              <a:gd name="connsiteX3" fmla="*/ 1261243 w 1261243"/>
              <a:gd name="connsiteY3" fmla="*/ 1520938 h 1648694"/>
              <a:gd name="connsiteX4" fmla="*/ 1145220 w 1261243"/>
              <a:gd name="connsiteY4" fmla="*/ 1583913 h 1648694"/>
              <a:gd name="connsiteX5" fmla="*/ 824347 w 1261243"/>
              <a:gd name="connsiteY5" fmla="*/ 1648694 h 1648694"/>
              <a:gd name="connsiteX6" fmla="*/ 0 w 1261243"/>
              <a:gd name="connsiteY6" fmla="*/ 824347 h 1648694"/>
              <a:gd name="connsiteX7" fmla="*/ 824347 w 1261243"/>
              <a:gd name="connsiteY7" fmla="*/ 0 h 1648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1243" h="1648694">
                <a:moveTo>
                  <a:pt x="824347" y="0"/>
                </a:moveTo>
                <a:cubicBezTo>
                  <a:pt x="938165" y="0"/>
                  <a:pt x="1046596" y="23067"/>
                  <a:pt x="1145220" y="64781"/>
                </a:cubicBezTo>
                <a:lnTo>
                  <a:pt x="1261243" y="127757"/>
                </a:lnTo>
                <a:lnTo>
                  <a:pt x="1261243" y="1520938"/>
                </a:lnTo>
                <a:lnTo>
                  <a:pt x="1145220" y="1583913"/>
                </a:lnTo>
                <a:cubicBezTo>
                  <a:pt x="1046596" y="1625627"/>
                  <a:pt x="938165" y="1648694"/>
                  <a:pt x="824347" y="1648694"/>
                </a:cubicBezTo>
                <a:cubicBezTo>
                  <a:pt x="369073" y="1648694"/>
                  <a:pt x="0" y="1279621"/>
                  <a:pt x="0" y="824347"/>
                </a:cubicBezTo>
                <a:cubicBezTo>
                  <a:pt x="0" y="369073"/>
                  <a:pt x="369073" y="0"/>
                  <a:pt x="824347" y="0"/>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2" name="Grafik 11">
            <a:extLst>
              <a:ext uri="{FF2B5EF4-FFF2-40B4-BE49-F238E27FC236}">
                <a16:creationId xmlns:a16="http://schemas.microsoft.com/office/drawing/2014/main" id="{8BFD1A3B-EC66-80D8-46C4-211D7DEA0D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08044" y="4545906"/>
            <a:ext cx="2161997" cy="1438710"/>
          </a:xfrm>
          <a:custGeom>
            <a:avLst/>
            <a:gdLst/>
            <a:ahLst/>
            <a:cxnLst/>
            <a:rect l="l" t="t" r="r" b="b"/>
            <a:pathLst>
              <a:path w="2565029" h="2588972">
                <a:moveTo>
                  <a:pt x="69897" y="0"/>
                </a:moveTo>
                <a:lnTo>
                  <a:pt x="2495132" y="0"/>
                </a:lnTo>
                <a:cubicBezTo>
                  <a:pt x="2533735" y="0"/>
                  <a:pt x="2565029" y="31294"/>
                  <a:pt x="2565029" y="69897"/>
                </a:cubicBezTo>
                <a:lnTo>
                  <a:pt x="2565029" y="2519075"/>
                </a:lnTo>
                <a:cubicBezTo>
                  <a:pt x="2565029" y="2557678"/>
                  <a:pt x="2533735" y="2588972"/>
                  <a:pt x="2495132" y="2588972"/>
                </a:cubicBezTo>
                <a:lnTo>
                  <a:pt x="69897" y="2588972"/>
                </a:lnTo>
                <a:cubicBezTo>
                  <a:pt x="31294" y="2588972"/>
                  <a:pt x="0" y="2557678"/>
                  <a:pt x="0" y="2519075"/>
                </a:cubicBezTo>
                <a:lnTo>
                  <a:pt x="0" y="69897"/>
                </a:lnTo>
                <a:cubicBezTo>
                  <a:pt x="0" y="31294"/>
                  <a:pt x="31294" y="0"/>
                  <a:pt x="69897" y="0"/>
                </a:cubicBezTo>
                <a:close/>
              </a:path>
            </a:pathLst>
          </a:custGeom>
        </p:spPr>
      </p:pic>
      <p:sp>
        <p:nvSpPr>
          <p:cNvPr id="53" name="Freeform: Shape 42">
            <a:extLst>
              <a:ext uri="{FF2B5EF4-FFF2-40B4-BE49-F238E27FC236}">
                <a16:creationId xmlns:a16="http://schemas.microsoft.com/office/drawing/2014/main" id="{E97546D8-565E-45FE-8079-058CAED5A0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6710830" y="5005247"/>
            <a:ext cx="2170501" cy="2254419"/>
          </a:xfrm>
          <a:custGeom>
            <a:avLst/>
            <a:gdLst>
              <a:gd name="connsiteX0" fmla="*/ 2129607 w 2170501"/>
              <a:gd name="connsiteY0" fmla="*/ 1918583 h 2254419"/>
              <a:gd name="connsiteX1" fmla="*/ 2170492 w 2170501"/>
              <a:gd name="connsiteY1" fmla="*/ 1986678 h 2254419"/>
              <a:gd name="connsiteX2" fmla="*/ 2143122 w 2170501"/>
              <a:gd name="connsiteY2" fmla="*/ 2219532 h 2254419"/>
              <a:gd name="connsiteX3" fmla="*/ 2134528 w 2170501"/>
              <a:gd name="connsiteY3" fmla="*/ 2254419 h 2254419"/>
              <a:gd name="connsiteX4" fmla="*/ 1992178 w 2170501"/>
              <a:gd name="connsiteY4" fmla="*/ 2205563 h 2254419"/>
              <a:gd name="connsiteX5" fmla="*/ 1995353 w 2170501"/>
              <a:gd name="connsiteY5" fmla="*/ 2192695 h 2254419"/>
              <a:gd name="connsiteX6" fmla="*/ 2020595 w 2170501"/>
              <a:gd name="connsiteY6" fmla="*/ 1978457 h 2254419"/>
              <a:gd name="connsiteX7" fmla="*/ 2102402 w 2170501"/>
              <a:gd name="connsiteY7" fmla="*/ 1910681 h 2254419"/>
              <a:gd name="connsiteX8" fmla="*/ 2129607 w 2170501"/>
              <a:gd name="connsiteY8" fmla="*/ 1918583 h 2254419"/>
              <a:gd name="connsiteX9" fmla="*/ 1874324 w 2170501"/>
              <a:gd name="connsiteY9" fmla="*/ 904226 h 2254419"/>
              <a:gd name="connsiteX10" fmla="*/ 1919011 w 2170501"/>
              <a:gd name="connsiteY10" fmla="*/ 937393 h 2254419"/>
              <a:gd name="connsiteX11" fmla="*/ 2101793 w 2170501"/>
              <a:gd name="connsiteY11" fmla="*/ 1368166 h 2254419"/>
              <a:gd name="connsiteX12" fmla="*/ 2049988 w 2170501"/>
              <a:gd name="connsiteY12" fmla="*/ 1460853 h 2254419"/>
              <a:gd name="connsiteX13" fmla="*/ 2029492 w 2170501"/>
              <a:gd name="connsiteY13" fmla="*/ 1463442 h 2254419"/>
              <a:gd name="connsiteX14" fmla="*/ 2029492 w 2170501"/>
              <a:gd name="connsiteY14" fmla="*/ 1463668 h 2254419"/>
              <a:gd name="connsiteX15" fmla="*/ 1957302 w 2170501"/>
              <a:gd name="connsiteY15" fmla="*/ 1409047 h 2254419"/>
              <a:gd name="connsiteX16" fmla="*/ 1789159 w 2170501"/>
              <a:gd name="connsiteY16" fmla="*/ 1012848 h 2254419"/>
              <a:gd name="connsiteX17" fmla="*/ 1819072 w 2170501"/>
              <a:gd name="connsiteY17" fmla="*/ 910914 h 2254419"/>
              <a:gd name="connsiteX18" fmla="*/ 1874324 w 2170501"/>
              <a:gd name="connsiteY18" fmla="*/ 904226 h 2254419"/>
              <a:gd name="connsiteX19" fmla="*/ 565076 w 2170501"/>
              <a:gd name="connsiteY19" fmla="*/ 25347 h 2254419"/>
              <a:gd name="connsiteX20" fmla="*/ 602104 w 2170501"/>
              <a:gd name="connsiteY20" fmla="*/ 99534 h 2254419"/>
              <a:gd name="connsiteX21" fmla="*/ 527134 w 2170501"/>
              <a:gd name="connsiteY21" fmla="*/ 165379 h 2254419"/>
              <a:gd name="connsiteX22" fmla="*/ 517223 w 2170501"/>
              <a:gd name="connsiteY22" fmla="*/ 164816 h 2254419"/>
              <a:gd name="connsiteX23" fmla="*/ 86562 w 2170501"/>
              <a:gd name="connsiteY23" fmla="*/ 162226 h 2254419"/>
              <a:gd name="connsiteX24" fmla="*/ 886 w 2170501"/>
              <a:gd name="connsiteY24" fmla="*/ 99416 h 2254419"/>
              <a:gd name="connsiteX25" fmla="*/ 63695 w 2170501"/>
              <a:gd name="connsiteY25" fmla="*/ 13740 h 2254419"/>
              <a:gd name="connsiteX26" fmla="*/ 68993 w 2170501"/>
              <a:gd name="connsiteY26" fmla="*/ 13116 h 2254419"/>
              <a:gd name="connsiteX27" fmla="*/ 536819 w 2170501"/>
              <a:gd name="connsiteY27" fmla="*/ 15931 h 2254419"/>
              <a:gd name="connsiteX28" fmla="*/ 565076 w 2170501"/>
              <a:gd name="connsiteY28" fmla="*/ 25347 h 2254419"/>
              <a:gd name="connsiteX29" fmla="*/ 1132468 w 2170501"/>
              <a:gd name="connsiteY29" fmla="*/ 198602 h 2254419"/>
              <a:gd name="connsiteX30" fmla="*/ 1521686 w 2170501"/>
              <a:gd name="connsiteY30" fmla="*/ 458304 h 2254419"/>
              <a:gd name="connsiteX31" fmla="*/ 1529659 w 2170501"/>
              <a:gd name="connsiteY31" fmla="*/ 564078 h 2254419"/>
              <a:gd name="connsiteX32" fmla="*/ 1472583 w 2170501"/>
              <a:gd name="connsiteY32" fmla="*/ 590184 h 2254419"/>
              <a:gd name="connsiteX33" fmla="*/ 1472245 w 2170501"/>
              <a:gd name="connsiteY33" fmla="*/ 590184 h 2254419"/>
              <a:gd name="connsiteX34" fmla="*/ 1423143 w 2170501"/>
              <a:gd name="connsiteY34" fmla="*/ 572389 h 2254419"/>
              <a:gd name="connsiteX35" fmla="*/ 1064896 w 2170501"/>
              <a:gd name="connsiteY35" fmla="*/ 332846 h 2254419"/>
              <a:gd name="connsiteX36" fmla="*/ 1031562 w 2170501"/>
              <a:gd name="connsiteY36" fmla="*/ 231938 h 2254419"/>
              <a:gd name="connsiteX37" fmla="*/ 1132468 w 2170501"/>
              <a:gd name="connsiteY37" fmla="*/ 198602 h 2254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170501" h="2254419">
                <a:moveTo>
                  <a:pt x="2129607" y="1918583"/>
                </a:moveTo>
                <a:cubicBezTo>
                  <a:pt x="2154398" y="1931279"/>
                  <a:pt x="2170966" y="1957258"/>
                  <a:pt x="2170492" y="1986678"/>
                </a:cubicBezTo>
                <a:cubicBezTo>
                  <a:pt x="2166208" y="2064866"/>
                  <a:pt x="2157057" y="2142632"/>
                  <a:pt x="2143122" y="2219532"/>
                </a:cubicBezTo>
                <a:lnTo>
                  <a:pt x="2134528" y="2254419"/>
                </a:lnTo>
                <a:lnTo>
                  <a:pt x="1992178" y="2205563"/>
                </a:lnTo>
                <a:lnTo>
                  <a:pt x="1995353" y="2192695"/>
                </a:lnTo>
                <a:cubicBezTo>
                  <a:pt x="2008198" y="2121944"/>
                  <a:pt x="2016634" y="2050393"/>
                  <a:pt x="2020595" y="1978457"/>
                </a:cubicBezTo>
                <a:cubicBezTo>
                  <a:pt x="2024469" y="1937147"/>
                  <a:pt x="2061092" y="1906808"/>
                  <a:pt x="2102402" y="1910681"/>
                </a:cubicBezTo>
                <a:cubicBezTo>
                  <a:pt x="2112167" y="1911596"/>
                  <a:pt x="2121344" y="1914352"/>
                  <a:pt x="2129607" y="1918583"/>
                </a:cubicBezTo>
                <a:close/>
                <a:moveTo>
                  <a:pt x="1874324" y="904226"/>
                </a:moveTo>
                <a:cubicBezTo>
                  <a:pt x="1892306" y="908991"/>
                  <a:pt x="1908526" y="920398"/>
                  <a:pt x="1919011" y="937393"/>
                </a:cubicBezTo>
                <a:cubicBezTo>
                  <a:pt x="1997699" y="1072785"/>
                  <a:pt x="2059099" y="1217502"/>
                  <a:pt x="2101793" y="1368166"/>
                </a:cubicBezTo>
                <a:cubicBezTo>
                  <a:pt x="2113067" y="1408067"/>
                  <a:pt x="2089878" y="1449546"/>
                  <a:pt x="2049988" y="1460853"/>
                </a:cubicBezTo>
                <a:cubicBezTo>
                  <a:pt x="2043310" y="1462643"/>
                  <a:pt x="2036406" y="1463511"/>
                  <a:pt x="2029492" y="1463442"/>
                </a:cubicBezTo>
                <a:lnTo>
                  <a:pt x="2029492" y="1463668"/>
                </a:lnTo>
                <a:cubicBezTo>
                  <a:pt x="1995920" y="1463668"/>
                  <a:pt x="1966424" y="1441358"/>
                  <a:pt x="1957302" y="1409047"/>
                </a:cubicBezTo>
                <a:cubicBezTo>
                  <a:pt x="1918054" y="1270468"/>
                  <a:pt x="1861564" y="1137362"/>
                  <a:pt x="1789159" y="1012848"/>
                </a:cubicBezTo>
                <a:cubicBezTo>
                  <a:pt x="1769270" y="976439"/>
                  <a:pt x="1782660" y="930802"/>
                  <a:pt x="1819072" y="910914"/>
                </a:cubicBezTo>
                <a:cubicBezTo>
                  <a:pt x="1836601" y="901341"/>
                  <a:pt x="1856343" y="899462"/>
                  <a:pt x="1874324" y="904226"/>
                </a:cubicBezTo>
                <a:close/>
                <a:moveTo>
                  <a:pt x="565076" y="25347"/>
                </a:moveTo>
                <a:cubicBezTo>
                  <a:pt x="590405" y="39934"/>
                  <a:pt x="605899" y="68698"/>
                  <a:pt x="602104" y="99534"/>
                </a:cubicBezTo>
                <a:cubicBezTo>
                  <a:pt x="597454" y="137333"/>
                  <a:pt x="565217" y="165647"/>
                  <a:pt x="527134" y="165379"/>
                </a:cubicBezTo>
                <a:cubicBezTo>
                  <a:pt x="523821" y="165412"/>
                  <a:pt x="520510" y="165224"/>
                  <a:pt x="517223" y="164816"/>
                </a:cubicBezTo>
                <a:cubicBezTo>
                  <a:pt x="374328" y="146158"/>
                  <a:pt x="229672" y="145287"/>
                  <a:pt x="86562" y="162226"/>
                </a:cubicBezTo>
                <a:cubicBezTo>
                  <a:pt x="45559" y="168541"/>
                  <a:pt x="7201" y="140420"/>
                  <a:pt x="886" y="99416"/>
                </a:cubicBezTo>
                <a:cubicBezTo>
                  <a:pt x="-5428" y="58412"/>
                  <a:pt x="22692" y="20054"/>
                  <a:pt x="63695" y="13740"/>
                </a:cubicBezTo>
                <a:cubicBezTo>
                  <a:pt x="65453" y="13470"/>
                  <a:pt x="67220" y="13261"/>
                  <a:pt x="68993" y="13116"/>
                </a:cubicBezTo>
                <a:cubicBezTo>
                  <a:pt x="224454" y="-5269"/>
                  <a:pt x="381592" y="-4323"/>
                  <a:pt x="536819" y="15931"/>
                </a:cubicBezTo>
                <a:cubicBezTo>
                  <a:pt x="547097" y="17195"/>
                  <a:pt x="556633" y="20483"/>
                  <a:pt x="565076" y="25347"/>
                </a:cubicBezTo>
                <a:close/>
                <a:moveTo>
                  <a:pt x="1132468" y="198602"/>
                </a:moveTo>
                <a:cubicBezTo>
                  <a:pt x="1272445" y="268739"/>
                  <a:pt x="1403185" y="355973"/>
                  <a:pt x="1521686" y="458304"/>
                </a:cubicBezTo>
                <a:cubicBezTo>
                  <a:pt x="1553095" y="485311"/>
                  <a:pt x="1556665" y="532668"/>
                  <a:pt x="1529659" y="564078"/>
                </a:cubicBezTo>
                <a:cubicBezTo>
                  <a:pt x="1515367" y="580705"/>
                  <a:pt x="1494511" y="590242"/>
                  <a:pt x="1472583" y="590184"/>
                </a:cubicBezTo>
                <a:lnTo>
                  <a:pt x="1472245" y="590184"/>
                </a:lnTo>
                <a:cubicBezTo>
                  <a:pt x="1454271" y="590357"/>
                  <a:pt x="1436837" y="584037"/>
                  <a:pt x="1423143" y="572389"/>
                </a:cubicBezTo>
                <a:cubicBezTo>
                  <a:pt x="1314092" y="478031"/>
                  <a:pt x="1193758" y="397569"/>
                  <a:pt x="1064896" y="332846"/>
                </a:cubicBezTo>
                <a:cubicBezTo>
                  <a:pt x="1027826" y="314186"/>
                  <a:pt x="1012901" y="269007"/>
                  <a:pt x="1031562" y="231938"/>
                </a:cubicBezTo>
                <a:cubicBezTo>
                  <a:pt x="1050220" y="194867"/>
                  <a:pt x="1095399" y="179942"/>
                  <a:pt x="1132468" y="198602"/>
                </a:cubicBezTo>
                <a:close/>
              </a:path>
            </a:pathLst>
          </a:custGeom>
          <a:solidFill>
            <a:schemeClr val="accent4"/>
          </a:solidFill>
          <a:ln w="9525" cap="flat">
            <a:noFill/>
            <a:prstDash val="solid"/>
            <a:miter/>
          </a:ln>
        </p:spPr>
        <p:txBody>
          <a:bodyPr wrap="square" rtlCol="0" anchor="ctr">
            <a:noAutofit/>
          </a:bodyPr>
          <a:lstStyle/>
          <a:p>
            <a:endParaRPr lang="en-US"/>
          </a:p>
        </p:txBody>
      </p:sp>
      <p:sp>
        <p:nvSpPr>
          <p:cNvPr id="54" name="Freeform: Shape 44">
            <a:extLst>
              <a:ext uri="{FF2B5EF4-FFF2-40B4-BE49-F238E27FC236}">
                <a16:creationId xmlns:a16="http://schemas.microsoft.com/office/drawing/2014/main" id="{33E49524-66B4-4DB0-AD09-DC8B9874E1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6092" y="6039059"/>
            <a:ext cx="1978348" cy="818941"/>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extfeld 8">
            <a:extLst>
              <a:ext uri="{FF2B5EF4-FFF2-40B4-BE49-F238E27FC236}">
                <a16:creationId xmlns:a16="http://schemas.microsoft.com/office/drawing/2014/main" id="{24C8818B-CA58-45E4-E5E3-0F1AE78D49EB}"/>
              </a:ext>
            </a:extLst>
          </p:cNvPr>
          <p:cNvSpPr txBox="1"/>
          <p:nvPr/>
        </p:nvSpPr>
        <p:spPr>
          <a:xfrm>
            <a:off x="1181100" y="220980"/>
            <a:ext cx="1988820" cy="707886"/>
          </a:xfrm>
          <a:prstGeom prst="rect">
            <a:avLst/>
          </a:prstGeom>
          <a:noFill/>
        </p:spPr>
        <p:txBody>
          <a:bodyPr wrap="square" rtlCol="0">
            <a:spAutoFit/>
          </a:bodyPr>
          <a:lstStyle/>
          <a:p>
            <a:pPr>
              <a:spcAft>
                <a:spcPts val="600"/>
              </a:spcAft>
            </a:pPr>
            <a:r>
              <a:rPr lang="de-DE" sz="4000"/>
              <a:t>12,-Euro</a:t>
            </a:r>
          </a:p>
        </p:txBody>
      </p:sp>
      <p:sp>
        <p:nvSpPr>
          <p:cNvPr id="20" name="Flussdiagramm: Verbinder 19">
            <a:extLst>
              <a:ext uri="{FF2B5EF4-FFF2-40B4-BE49-F238E27FC236}">
                <a16:creationId xmlns:a16="http://schemas.microsoft.com/office/drawing/2014/main" id="{97CA7495-E884-6527-22A3-E3D3D2F737AF}"/>
              </a:ext>
            </a:extLst>
          </p:cNvPr>
          <p:cNvSpPr/>
          <p:nvPr/>
        </p:nvSpPr>
        <p:spPr>
          <a:xfrm>
            <a:off x="6661700" y="2181861"/>
            <a:ext cx="2066948" cy="2010383"/>
          </a:xfrm>
          <a:prstGeom prst="flowChartConnector">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831769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Inhaltsplatzhalter 8" descr="Ein Bild, das Essen, Mahlzeit, Fleisch enthält.&#10;&#10;Automatisch generierte Beschreibung">
            <a:extLst>
              <a:ext uri="{FF2B5EF4-FFF2-40B4-BE49-F238E27FC236}">
                <a16:creationId xmlns:a16="http://schemas.microsoft.com/office/drawing/2014/main" id="{87B85D40-A199-1B69-D377-FF239E15272D}"/>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39"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el 1">
            <a:extLst>
              <a:ext uri="{FF2B5EF4-FFF2-40B4-BE49-F238E27FC236}">
                <a16:creationId xmlns:a16="http://schemas.microsoft.com/office/drawing/2014/main" id="{99F07F17-592F-CF94-9FC7-A6CA81165E7C}"/>
              </a:ext>
            </a:extLst>
          </p:cNvPr>
          <p:cNvSpPr>
            <a:spLocks noGrp="1"/>
          </p:cNvSpPr>
          <p:nvPr>
            <p:ph type="title"/>
          </p:nvPr>
        </p:nvSpPr>
        <p:spPr>
          <a:xfrm>
            <a:off x="709448" y="1913950"/>
            <a:ext cx="4204137" cy="1342754"/>
          </a:xfrm>
        </p:spPr>
        <p:txBody>
          <a:bodyPr vert="horz" lIns="91440" tIns="45720" rIns="91440" bIns="45720" rtlCol="0">
            <a:normAutofit fontScale="90000"/>
          </a:bodyPr>
          <a:lstStyle/>
          <a:p>
            <a:pPr algn="ctr"/>
            <a:r>
              <a:rPr lang="en-US" sz="2800" dirty="0"/>
              <a:t>El </a:t>
            </a:r>
            <a:r>
              <a:rPr lang="en-US" sz="2800" dirty="0" err="1"/>
              <a:t>Fianbra</a:t>
            </a:r>
            <a:r>
              <a:rPr lang="en-US" sz="2800" dirty="0"/>
              <a:t> der teller für den </a:t>
            </a:r>
            <a:r>
              <a:rPr lang="en-US" sz="2800" dirty="0" err="1"/>
              <a:t>Ausflug</a:t>
            </a:r>
            <a:r>
              <a:rPr lang="en-US" sz="2800" dirty="0"/>
              <a:t> </a:t>
            </a:r>
            <a:br>
              <a:rPr lang="en-US" sz="2800" dirty="0"/>
            </a:br>
            <a:r>
              <a:rPr lang="en-US" sz="2800" dirty="0"/>
              <a:t>Arroz Maduro, Papa, Pollo, Huevo Chorizo Carne</a:t>
            </a:r>
          </a:p>
        </p:txBody>
      </p:sp>
      <p:cxnSp>
        <p:nvCxnSpPr>
          <p:cNvPr id="41" name="Straight Connector 40">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pic>
        <p:nvPicPr>
          <p:cNvPr id="17" name="Inhaltsplatzhalter 16">
            <a:extLst>
              <a:ext uri="{FF2B5EF4-FFF2-40B4-BE49-F238E27FC236}">
                <a16:creationId xmlns:a16="http://schemas.microsoft.com/office/drawing/2014/main" id="{6945BC5C-7D2B-4406-A778-1CBD8A4AFE4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138161" y="4999355"/>
            <a:ext cx="3118168" cy="1743075"/>
          </a:xfrm>
        </p:spPr>
      </p:pic>
      <p:sp>
        <p:nvSpPr>
          <p:cNvPr id="20" name="Textfeld 19">
            <a:extLst>
              <a:ext uri="{FF2B5EF4-FFF2-40B4-BE49-F238E27FC236}">
                <a16:creationId xmlns:a16="http://schemas.microsoft.com/office/drawing/2014/main" id="{66D7C60C-4A8B-DAAE-8251-98B360B48318}"/>
              </a:ext>
            </a:extLst>
          </p:cNvPr>
          <p:cNvSpPr txBox="1"/>
          <p:nvPr/>
        </p:nvSpPr>
        <p:spPr>
          <a:xfrm>
            <a:off x="235682" y="4411020"/>
            <a:ext cx="2141758" cy="646331"/>
          </a:xfrm>
          <a:prstGeom prst="rect">
            <a:avLst/>
          </a:prstGeom>
          <a:noFill/>
        </p:spPr>
        <p:txBody>
          <a:bodyPr wrap="square" rtlCol="0">
            <a:spAutoFit/>
          </a:bodyPr>
          <a:lstStyle/>
          <a:p>
            <a:r>
              <a:rPr lang="de-DE" sz="3600" dirty="0"/>
              <a:t>15Euro</a:t>
            </a:r>
          </a:p>
        </p:txBody>
      </p:sp>
    </p:spTree>
    <p:extLst>
      <p:ext uri="{BB962C8B-B14F-4D97-AF65-F5344CB8AC3E}">
        <p14:creationId xmlns:p14="http://schemas.microsoft.com/office/powerpoint/2010/main" val="295267726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361</Words>
  <Application>Microsoft Office PowerPoint</Application>
  <PresentationFormat>Breitbild</PresentationFormat>
  <Paragraphs>17</Paragraphs>
  <Slides>5</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5</vt:i4>
      </vt:variant>
    </vt:vector>
  </HeadingPairs>
  <TitlesOfParts>
    <vt:vector size="10" baseType="lpstr">
      <vt:lpstr>Arial</vt:lpstr>
      <vt:lpstr>avenir-lt-w01_35-light1475496</vt:lpstr>
      <vt:lpstr>Calibri</vt:lpstr>
      <vt:lpstr>Calibri Light</vt:lpstr>
      <vt:lpstr>Office</vt:lpstr>
      <vt:lpstr>Kolumbianische Empanadas - überraschend wie das Land</vt:lpstr>
      <vt:lpstr>Papa Rellenas – mit liebe gefüllte Kartoffel </vt:lpstr>
      <vt:lpstr>Arepas de Huevo – Die Ei Überraschung </vt:lpstr>
      <vt:lpstr>Chicharon – Knusprige Köstlichkeit</vt:lpstr>
      <vt:lpstr>El Fianbra der teller für den Ausflug  Arroz Maduro, Papa, Pollo, Huevo Chorizo Carne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Kolumbianische Empanadas - überraschend wie das Land</dc:title>
  <dc:creator>Anderson Rodriguez</dc:creator>
  <cp:lastModifiedBy>Anderson Rodriguez</cp:lastModifiedBy>
  <cp:revision>2</cp:revision>
  <cp:lastPrinted>2022-06-10T20:21:53Z</cp:lastPrinted>
  <dcterms:created xsi:type="dcterms:W3CDTF">2022-06-10T18:54:40Z</dcterms:created>
  <dcterms:modified xsi:type="dcterms:W3CDTF">2022-07-13T12:46:48Z</dcterms:modified>
</cp:coreProperties>
</file>